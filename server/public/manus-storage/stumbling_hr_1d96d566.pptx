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6"/>
  </p:notesMasterIdLst>
  <p:sldIdLst>
    <p:sldId id="256" r:id="rId2"/>
    <p:sldId id="349" r:id="rId3"/>
    <p:sldId id="298" r:id="rId4"/>
    <p:sldId id="299" r:id="rId5"/>
  </p:sldIdLst>
  <p:sldSz cx="9144000" cy="5143500" type="screen16x9"/>
  <p:notesSz cx="6858000" cy="9144000"/>
  <p:embeddedFontLst>
    <p:embeddedFont>
      <p:font typeface="Exo 2" pitchFamily="2" charset="0"/>
      <p:regular r:id="rId7"/>
      <p:bold r:id="rId8"/>
      <p:italic r:id="rId9"/>
      <p:boldItalic r:id="rId10"/>
    </p:embeddedFont>
    <p:embeddedFont>
      <p:font typeface="Exo 2 ExtraBold" pitchFamily="2" charset="0"/>
      <p:bold r:id="rId11"/>
      <p:boldItalic r:id="rId12"/>
    </p:embeddedFont>
    <p:embeddedFont>
      <p:font typeface="Hacen Casablanca" panose="02000000000000000000" pitchFamily="2" charset="-78"/>
      <p:regular r:id="rId13"/>
    </p:embeddedFont>
    <p:embeddedFont>
      <p:font typeface="Raleway"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C2E5"/>
    <a:srgbClr val="3BA0D8"/>
    <a:srgbClr val="006666"/>
    <a:srgbClr val="595959"/>
    <a:srgbClr val="238C8F"/>
    <a:srgbClr val="71B1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1C069A-F128-4123-B749-E4AC610A060D}" v="56" dt="2023-08-22T10:28:42.780"/>
  </p1510:revLst>
</p1510:revInfo>
</file>

<file path=ppt/tableStyles.xml><?xml version="1.0" encoding="utf-8"?>
<a:tblStyleLst xmlns:a="http://schemas.openxmlformats.org/drawingml/2006/main" def="{AEBA9E80-4697-4D0B-BF8A-9444AFE1D11E}">
  <a:tblStyle styleId="{AEBA9E80-4697-4D0B-BF8A-9444AFE1D11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7BB6936-896A-453C-BF1C-AF00902E67E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364" autoAdjust="0"/>
  </p:normalViewPr>
  <p:slideViewPr>
    <p:cSldViewPr snapToGrid="0">
      <p:cViewPr varScale="1">
        <p:scale>
          <a:sx n="109" d="100"/>
          <a:sy n="109" d="100"/>
        </p:scale>
        <p:origin x="706" y="8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2c05e9c76f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3" name="Google Shape;983;g22c05e9c76f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rot="5400000">
            <a:off x="5186375" y="-1651450"/>
            <a:ext cx="5516000" cy="3480375"/>
            <a:chOff x="1052575" y="238400"/>
            <a:chExt cx="5516000" cy="3480375"/>
          </a:xfrm>
        </p:grpSpPr>
        <p:sp>
          <p:nvSpPr>
            <p:cNvPr id="10" name="Google Shape;10;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2;p2"/>
          <p:cNvSpPr/>
          <p:nvPr/>
        </p:nvSpPr>
        <p:spPr>
          <a:xfrm>
            <a:off x="7822250" y="4608500"/>
            <a:ext cx="13218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txBox="1">
            <a:spLocks noGrp="1"/>
          </p:cNvSpPr>
          <p:nvPr>
            <p:ph type="ctrTitle"/>
          </p:nvPr>
        </p:nvSpPr>
        <p:spPr>
          <a:xfrm>
            <a:off x="715170" y="535000"/>
            <a:ext cx="5517900" cy="23823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800" b="0">
                <a:latin typeface="Exo 2 ExtraBold"/>
                <a:ea typeface="Exo 2 ExtraBold"/>
                <a:cs typeface="Exo 2 ExtraBold"/>
                <a:sym typeface="Exo 2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44" name="Google Shape;44;p2"/>
          <p:cNvSpPr txBox="1">
            <a:spLocks noGrp="1"/>
          </p:cNvSpPr>
          <p:nvPr>
            <p:ph type="subTitle" idx="1"/>
          </p:nvPr>
        </p:nvSpPr>
        <p:spPr>
          <a:xfrm>
            <a:off x="715100" y="2908025"/>
            <a:ext cx="5517900" cy="409500"/>
          </a:xfrm>
          <a:prstGeom prst="rect">
            <a:avLst/>
          </a:prstGeom>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nSpc>
                <a:spcPct val="100000"/>
              </a:lnSpc>
              <a:spcBef>
                <a:spcPts val="0"/>
              </a:spcBef>
              <a:spcAft>
                <a:spcPts val="0"/>
              </a:spcAft>
              <a:buSzPts val="1200"/>
              <a:buNone/>
              <a:defRPr sz="1400">
                <a:latin typeface="Exo 2"/>
                <a:ea typeface="Exo 2"/>
                <a:cs typeface="Exo 2"/>
                <a:sym typeface="Exo 2"/>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45" name="Google Shape;45;p2"/>
          <p:cNvGrpSpPr/>
          <p:nvPr/>
        </p:nvGrpSpPr>
        <p:grpSpPr>
          <a:xfrm rot="142369" flipH="1">
            <a:off x="-590321" y="3661794"/>
            <a:ext cx="5515765" cy="3480227"/>
            <a:chOff x="1052575" y="238400"/>
            <a:chExt cx="5516000" cy="3480375"/>
          </a:xfrm>
        </p:grpSpPr>
        <p:sp>
          <p:nvSpPr>
            <p:cNvPr id="46" name="Google Shape;46;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 name="Google Shape;78;p2"/>
          <p:cNvSpPr>
            <a:spLocks noGrp="1"/>
          </p:cNvSpPr>
          <p:nvPr>
            <p:ph type="pic" idx="2"/>
          </p:nvPr>
        </p:nvSpPr>
        <p:spPr>
          <a:xfrm>
            <a:off x="6607200" y="366350"/>
            <a:ext cx="2536800" cy="42423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4"/>
        <p:cNvGrpSpPr/>
        <p:nvPr/>
      </p:nvGrpSpPr>
      <p:grpSpPr>
        <a:xfrm>
          <a:off x="0" y="0"/>
          <a:ext cx="0" cy="0"/>
          <a:chOff x="0" y="0"/>
          <a:chExt cx="0" cy="0"/>
        </a:xfrm>
      </p:grpSpPr>
      <p:sp>
        <p:nvSpPr>
          <p:cNvPr id="305" name="Google Shape;305;p8"/>
          <p:cNvSpPr txBox="1">
            <a:spLocks noGrp="1"/>
          </p:cNvSpPr>
          <p:nvPr>
            <p:ph type="title"/>
          </p:nvPr>
        </p:nvSpPr>
        <p:spPr>
          <a:xfrm>
            <a:off x="715100" y="1593500"/>
            <a:ext cx="4891500" cy="2529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06" name="Google Shape;306;p8"/>
          <p:cNvGrpSpPr/>
          <p:nvPr/>
        </p:nvGrpSpPr>
        <p:grpSpPr>
          <a:xfrm rot="8659666" flipH="1">
            <a:off x="-1924641" y="-1625129"/>
            <a:ext cx="5515550" cy="3480091"/>
            <a:chOff x="1052575" y="238400"/>
            <a:chExt cx="5516000" cy="3480375"/>
          </a:xfrm>
        </p:grpSpPr>
        <p:sp>
          <p:nvSpPr>
            <p:cNvPr id="307" name="Google Shape;307;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8"/>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8"/>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8"/>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8"/>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8"/>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8"/>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8"/>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8"/>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8"/>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8"/>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8"/>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8"/>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8"/>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8"/>
          <p:cNvSpPr/>
          <p:nvPr/>
        </p:nvSpPr>
        <p:spPr>
          <a:xfrm rot="5400000" flipH="1">
            <a:off x="7057325" y="-1098500"/>
            <a:ext cx="992100" cy="31890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341" name="Google Shape;341;p8"/>
          <p:cNvSpPr>
            <a:spLocks noGrp="1"/>
          </p:cNvSpPr>
          <p:nvPr>
            <p:ph type="pic" idx="2"/>
          </p:nvPr>
        </p:nvSpPr>
        <p:spPr>
          <a:xfrm>
            <a:off x="5958875" y="992050"/>
            <a:ext cx="3185100" cy="4151400"/>
          </a:xfrm>
          <a:prstGeom prst="rect">
            <a:avLst/>
          </a:prstGeom>
          <a:noFill/>
          <a:ln w="9525" cap="flat" cmpd="sng">
            <a:solidFill>
              <a:schemeClr val="dk1"/>
            </a:solidFill>
            <a:prstDash val="solid"/>
            <a:round/>
            <a:headEnd type="none" w="sm" len="sm"/>
            <a:tailEnd type="none" w="sm" len="sm"/>
          </a:ln>
        </p:spPr>
      </p:sp>
      <p:grpSp>
        <p:nvGrpSpPr>
          <p:cNvPr id="342" name="Google Shape;342;p8"/>
          <p:cNvGrpSpPr/>
          <p:nvPr/>
        </p:nvGrpSpPr>
        <p:grpSpPr>
          <a:xfrm>
            <a:off x="176265" y="225422"/>
            <a:ext cx="1313711" cy="919193"/>
            <a:chOff x="270040" y="4091722"/>
            <a:chExt cx="1313711" cy="919193"/>
          </a:xfrm>
        </p:grpSpPr>
        <p:grpSp>
          <p:nvGrpSpPr>
            <p:cNvPr id="343" name="Google Shape;343;p8"/>
            <p:cNvGrpSpPr/>
            <p:nvPr/>
          </p:nvGrpSpPr>
          <p:grpSpPr>
            <a:xfrm>
              <a:off x="270040" y="4224538"/>
              <a:ext cx="1313711" cy="786377"/>
              <a:chOff x="270040" y="4224538"/>
              <a:chExt cx="1313711" cy="786377"/>
            </a:xfrm>
          </p:grpSpPr>
          <p:grpSp>
            <p:nvGrpSpPr>
              <p:cNvPr id="344" name="Google Shape;344;p8"/>
              <p:cNvGrpSpPr/>
              <p:nvPr/>
            </p:nvGrpSpPr>
            <p:grpSpPr>
              <a:xfrm>
                <a:off x="1339015" y="4224538"/>
                <a:ext cx="244736" cy="491002"/>
                <a:chOff x="3013775" y="4188704"/>
                <a:chExt cx="288842" cy="579490"/>
              </a:xfrm>
            </p:grpSpPr>
            <p:sp>
              <p:nvSpPr>
                <p:cNvPr id="345" name="Google Shape;345;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7" name="Google Shape;347;p8"/>
              <p:cNvGrpSpPr/>
              <p:nvPr/>
            </p:nvGrpSpPr>
            <p:grpSpPr>
              <a:xfrm>
                <a:off x="270040" y="4519913"/>
                <a:ext cx="244736" cy="491002"/>
                <a:chOff x="3013775" y="4188704"/>
                <a:chExt cx="288842" cy="579490"/>
              </a:xfrm>
            </p:grpSpPr>
            <p:sp>
              <p:nvSpPr>
                <p:cNvPr id="348" name="Google Shape;348;p8"/>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8"/>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0" name="Google Shape;350;p8"/>
            <p:cNvGrpSpPr/>
            <p:nvPr/>
          </p:nvGrpSpPr>
          <p:grpSpPr>
            <a:xfrm>
              <a:off x="846257" y="4091722"/>
              <a:ext cx="161293" cy="323342"/>
              <a:chOff x="8502607" y="4039472"/>
              <a:chExt cx="161293" cy="323342"/>
            </a:xfrm>
          </p:grpSpPr>
          <p:sp>
            <p:nvSpPr>
              <p:cNvPr id="351" name="Google Shape;351;p8"/>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8"/>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xfrm>
            <a:off x="2241425" y="1826500"/>
            <a:ext cx="46611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55" name="Google Shape;355;p9"/>
          <p:cNvSpPr txBox="1">
            <a:spLocks noGrp="1"/>
          </p:cNvSpPr>
          <p:nvPr>
            <p:ph type="subTitle" idx="1"/>
          </p:nvPr>
        </p:nvSpPr>
        <p:spPr>
          <a:xfrm>
            <a:off x="2241475" y="2702000"/>
            <a:ext cx="4661100" cy="168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6" name="Google Shape;356;p9"/>
          <p:cNvSpPr>
            <a:spLocks noGrp="1"/>
          </p:cNvSpPr>
          <p:nvPr>
            <p:ph type="pic" idx="2"/>
          </p:nvPr>
        </p:nvSpPr>
        <p:spPr>
          <a:xfrm>
            <a:off x="-6625" y="3325"/>
            <a:ext cx="3375300" cy="1513800"/>
          </a:xfrm>
          <a:prstGeom prst="rect">
            <a:avLst/>
          </a:prstGeom>
          <a:noFill/>
          <a:ln w="9525" cap="flat" cmpd="sng">
            <a:solidFill>
              <a:schemeClr val="dk1"/>
            </a:solidFill>
            <a:prstDash val="solid"/>
            <a:round/>
            <a:headEnd type="none" w="sm" len="sm"/>
            <a:tailEnd type="none" w="sm" len="sm"/>
          </a:ln>
        </p:spPr>
      </p:sp>
      <p:grpSp>
        <p:nvGrpSpPr>
          <p:cNvPr id="357" name="Google Shape;357;p9"/>
          <p:cNvGrpSpPr/>
          <p:nvPr/>
        </p:nvGrpSpPr>
        <p:grpSpPr>
          <a:xfrm rot="8659666" flipH="1">
            <a:off x="4975959" y="3748046"/>
            <a:ext cx="5515550" cy="3480091"/>
            <a:chOff x="1052575" y="238400"/>
            <a:chExt cx="5516000" cy="3480375"/>
          </a:xfrm>
        </p:grpSpPr>
        <p:sp>
          <p:nvSpPr>
            <p:cNvPr id="358" name="Google Shape;358;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0" name="Google Shape;390;p9"/>
          <p:cNvSpPr/>
          <p:nvPr/>
        </p:nvSpPr>
        <p:spPr>
          <a:xfrm flipH="1">
            <a:off x="-6625" y="3230400"/>
            <a:ext cx="374100" cy="1913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rot="5400000" flipH="1">
            <a:off x="5833025" y="-2452375"/>
            <a:ext cx="862500" cy="57672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grpSp>
        <p:nvGrpSpPr>
          <p:cNvPr id="392" name="Google Shape;392;p9"/>
          <p:cNvGrpSpPr/>
          <p:nvPr/>
        </p:nvGrpSpPr>
        <p:grpSpPr>
          <a:xfrm>
            <a:off x="7115190" y="4030347"/>
            <a:ext cx="1313711" cy="919193"/>
            <a:chOff x="270040" y="4091722"/>
            <a:chExt cx="1313711" cy="919193"/>
          </a:xfrm>
        </p:grpSpPr>
        <p:grpSp>
          <p:nvGrpSpPr>
            <p:cNvPr id="393" name="Google Shape;393;p9"/>
            <p:cNvGrpSpPr/>
            <p:nvPr/>
          </p:nvGrpSpPr>
          <p:grpSpPr>
            <a:xfrm>
              <a:off x="270040" y="4224538"/>
              <a:ext cx="1313711" cy="786377"/>
              <a:chOff x="270040" y="4224538"/>
              <a:chExt cx="1313711" cy="786377"/>
            </a:xfrm>
          </p:grpSpPr>
          <p:grpSp>
            <p:nvGrpSpPr>
              <p:cNvPr id="394" name="Google Shape;394;p9"/>
              <p:cNvGrpSpPr/>
              <p:nvPr/>
            </p:nvGrpSpPr>
            <p:grpSpPr>
              <a:xfrm>
                <a:off x="1339015" y="4224538"/>
                <a:ext cx="244736" cy="491002"/>
                <a:chOff x="3013775" y="4188704"/>
                <a:chExt cx="288842" cy="579490"/>
              </a:xfrm>
            </p:grpSpPr>
            <p:sp>
              <p:nvSpPr>
                <p:cNvPr id="395" name="Google Shape;395;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7" name="Google Shape;397;p9"/>
              <p:cNvGrpSpPr/>
              <p:nvPr/>
            </p:nvGrpSpPr>
            <p:grpSpPr>
              <a:xfrm>
                <a:off x="270040" y="4519913"/>
                <a:ext cx="244736" cy="491002"/>
                <a:chOff x="3013775" y="4188704"/>
                <a:chExt cx="288842" cy="579490"/>
              </a:xfrm>
            </p:grpSpPr>
            <p:sp>
              <p:nvSpPr>
                <p:cNvPr id="398" name="Google Shape;398;p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00" name="Google Shape;400;p9"/>
            <p:cNvGrpSpPr/>
            <p:nvPr/>
          </p:nvGrpSpPr>
          <p:grpSpPr>
            <a:xfrm>
              <a:off x="846257" y="4091722"/>
              <a:ext cx="161293" cy="323342"/>
              <a:chOff x="8502607" y="4039472"/>
              <a:chExt cx="161293" cy="323342"/>
            </a:xfrm>
          </p:grpSpPr>
          <p:sp>
            <p:nvSpPr>
              <p:cNvPr id="401" name="Google Shape;401;p9"/>
              <p:cNvSpPr/>
              <p:nvPr/>
            </p:nvSpPr>
            <p:spPr>
              <a:xfrm>
                <a:off x="8502607" y="4039472"/>
                <a:ext cx="161293" cy="323342"/>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9"/>
              <p:cNvSpPr/>
              <p:nvPr/>
            </p:nvSpPr>
            <p:spPr>
              <a:xfrm>
                <a:off x="8541003" y="4075353"/>
                <a:ext cx="87822" cy="87044"/>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3"/>
        <p:cNvGrpSpPr/>
        <p:nvPr/>
      </p:nvGrpSpPr>
      <p:grpSpPr>
        <a:xfrm>
          <a:off x="0" y="0"/>
          <a:ext cx="0" cy="0"/>
          <a:chOff x="0" y="0"/>
          <a:chExt cx="0" cy="0"/>
        </a:xfrm>
      </p:grpSpPr>
      <p:sp>
        <p:nvSpPr>
          <p:cNvPr id="404" name="Google Shape;404;p10"/>
          <p:cNvSpPr txBox="1">
            <a:spLocks noGrp="1"/>
          </p:cNvSpPr>
          <p:nvPr>
            <p:ph type="title"/>
          </p:nvPr>
        </p:nvSpPr>
        <p:spPr>
          <a:xfrm>
            <a:off x="720000" y="3859100"/>
            <a:ext cx="7704000" cy="749400"/>
          </a:xfrm>
          <a:prstGeom prst="rect">
            <a:avLst/>
          </a:prstGeom>
          <a:solidFill>
            <a:schemeClr val="accent3"/>
          </a:solidFill>
        </p:spPr>
        <p:txBody>
          <a:bodyPr spcFirstLastPara="1" wrap="square" lIns="91425" tIns="91425" rIns="91425" bIns="91425" anchor="t" anchorCtr="0">
            <a:noAutofit/>
          </a:bodyPr>
          <a:lstStyle>
            <a:lvl1pPr lvl="0" algn="ctr" rtl="0">
              <a:spcBef>
                <a:spcPts val="0"/>
              </a:spcBef>
              <a:spcAft>
                <a:spcPts val="0"/>
              </a:spcAft>
              <a:buSzPts val="28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89"/>
        <p:cNvGrpSpPr/>
        <p:nvPr/>
      </p:nvGrpSpPr>
      <p:grpSpPr>
        <a:xfrm>
          <a:off x="0" y="0"/>
          <a:ext cx="0" cy="0"/>
          <a:chOff x="0" y="0"/>
          <a:chExt cx="0" cy="0"/>
        </a:xfrm>
      </p:grpSpPr>
      <p:grpSp>
        <p:nvGrpSpPr>
          <p:cNvPr id="890" name="Google Shape;890;p24"/>
          <p:cNvGrpSpPr/>
          <p:nvPr/>
        </p:nvGrpSpPr>
        <p:grpSpPr>
          <a:xfrm rot="1866847">
            <a:off x="5881110" y="-1807480"/>
            <a:ext cx="5010622" cy="3161502"/>
            <a:chOff x="1052575" y="238400"/>
            <a:chExt cx="5516000" cy="3480375"/>
          </a:xfrm>
        </p:grpSpPr>
        <p:sp>
          <p:nvSpPr>
            <p:cNvPr id="891" name="Google Shape;891;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4"/>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4"/>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4"/>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24"/>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24"/>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4"/>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4"/>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4"/>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4"/>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4"/>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4"/>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4"/>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4"/>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4"/>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24"/>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24"/>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3" name="Google Shape;923;p24"/>
          <p:cNvSpPr/>
          <p:nvPr/>
        </p:nvSpPr>
        <p:spPr>
          <a:xfrm>
            <a:off x="8428900" y="4608500"/>
            <a:ext cx="7152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4"/>
          <p:cNvSpPr/>
          <p:nvPr/>
        </p:nvSpPr>
        <p:spPr>
          <a:xfrm>
            <a:off x="0" y="2614300"/>
            <a:ext cx="374100" cy="26976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5" name="Google Shape;925;p24"/>
          <p:cNvGrpSpPr/>
          <p:nvPr/>
        </p:nvGrpSpPr>
        <p:grpSpPr>
          <a:xfrm flipH="1">
            <a:off x="8498150" y="169365"/>
            <a:ext cx="417780" cy="1041313"/>
            <a:chOff x="8066475" y="169365"/>
            <a:chExt cx="417780" cy="1041313"/>
          </a:xfrm>
        </p:grpSpPr>
        <p:grpSp>
          <p:nvGrpSpPr>
            <p:cNvPr id="926" name="Google Shape;926;p24"/>
            <p:cNvGrpSpPr/>
            <p:nvPr/>
          </p:nvGrpSpPr>
          <p:grpSpPr>
            <a:xfrm>
              <a:off x="8252015" y="602886"/>
              <a:ext cx="232240" cy="607792"/>
              <a:chOff x="6614891" y="872016"/>
              <a:chExt cx="725750" cy="1899350"/>
            </a:xfrm>
          </p:grpSpPr>
          <p:sp>
            <p:nvSpPr>
              <p:cNvPr id="927" name="Google Shape;927;p24"/>
              <p:cNvSpPr/>
              <p:nvPr/>
            </p:nvSpPr>
            <p:spPr>
              <a:xfrm>
                <a:off x="6614891" y="872016"/>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4"/>
              <p:cNvSpPr/>
              <p:nvPr/>
            </p:nvSpPr>
            <p:spPr>
              <a:xfrm>
                <a:off x="6787541" y="1033366"/>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24"/>
            <p:cNvGrpSpPr/>
            <p:nvPr/>
          </p:nvGrpSpPr>
          <p:grpSpPr>
            <a:xfrm>
              <a:off x="8066475" y="169365"/>
              <a:ext cx="139707" cy="365625"/>
              <a:chOff x="7963875" y="796000"/>
              <a:chExt cx="725750" cy="1899350"/>
            </a:xfrm>
          </p:grpSpPr>
          <p:sp>
            <p:nvSpPr>
              <p:cNvPr id="930" name="Google Shape;930;p24"/>
              <p:cNvSpPr/>
              <p:nvPr/>
            </p:nvSpPr>
            <p:spPr>
              <a:xfrm>
                <a:off x="7963875" y="796000"/>
                <a:ext cx="725750" cy="1899350"/>
              </a:xfrm>
              <a:custGeom>
                <a:avLst/>
                <a:gdLst/>
                <a:ahLst/>
                <a:cxnLst/>
                <a:rect l="l" t="t" r="r" b="b"/>
                <a:pathLst>
                  <a:path w="29030" h="75974" extrusionOk="0">
                    <a:moveTo>
                      <a:pt x="14776" y="1"/>
                    </a:moveTo>
                    <a:cubicBezTo>
                      <a:pt x="14494" y="1"/>
                      <a:pt x="14211" y="9"/>
                      <a:pt x="13926" y="25"/>
                    </a:cubicBezTo>
                    <a:cubicBezTo>
                      <a:pt x="6795" y="502"/>
                      <a:pt x="1067" y="6230"/>
                      <a:pt x="590" y="13361"/>
                    </a:cubicBezTo>
                    <a:cubicBezTo>
                      <a:pt x="1" y="21193"/>
                      <a:pt x="5980" y="27875"/>
                      <a:pt x="13589" y="28577"/>
                    </a:cubicBezTo>
                    <a:cubicBezTo>
                      <a:pt x="14038" y="28577"/>
                      <a:pt x="14403" y="29026"/>
                      <a:pt x="14403" y="29503"/>
                    </a:cubicBezTo>
                    <a:lnTo>
                      <a:pt x="14403" y="70689"/>
                    </a:lnTo>
                    <a:cubicBezTo>
                      <a:pt x="14403" y="71026"/>
                      <a:pt x="14291" y="71391"/>
                      <a:pt x="13926" y="71503"/>
                    </a:cubicBezTo>
                    <a:cubicBezTo>
                      <a:pt x="12999" y="71981"/>
                      <a:pt x="12297" y="72907"/>
                      <a:pt x="12522" y="74086"/>
                    </a:cubicBezTo>
                    <a:cubicBezTo>
                      <a:pt x="12634" y="75013"/>
                      <a:pt x="13448" y="75827"/>
                      <a:pt x="14515" y="75939"/>
                    </a:cubicBezTo>
                    <a:cubicBezTo>
                      <a:pt x="14645" y="75962"/>
                      <a:pt x="14772" y="75974"/>
                      <a:pt x="14897" y="75974"/>
                    </a:cubicBezTo>
                    <a:cubicBezTo>
                      <a:pt x="16126" y="75974"/>
                      <a:pt x="17098" y="74894"/>
                      <a:pt x="17098" y="73721"/>
                    </a:cubicBezTo>
                    <a:cubicBezTo>
                      <a:pt x="17098" y="72682"/>
                      <a:pt x="16509" y="71840"/>
                      <a:pt x="15694" y="71503"/>
                    </a:cubicBezTo>
                    <a:cubicBezTo>
                      <a:pt x="15329" y="71391"/>
                      <a:pt x="15217" y="71026"/>
                      <a:pt x="15217" y="70689"/>
                    </a:cubicBezTo>
                    <a:lnTo>
                      <a:pt x="15217" y="29503"/>
                    </a:lnTo>
                    <a:cubicBezTo>
                      <a:pt x="15217" y="29026"/>
                      <a:pt x="15554" y="28577"/>
                      <a:pt x="16031" y="28577"/>
                    </a:cubicBezTo>
                    <a:cubicBezTo>
                      <a:pt x="23415" y="27875"/>
                      <a:pt x="29030" y="21783"/>
                      <a:pt x="29030" y="14287"/>
                    </a:cubicBezTo>
                    <a:cubicBezTo>
                      <a:pt x="29030" y="6398"/>
                      <a:pt x="22694" y="1"/>
                      <a:pt x="1477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4"/>
              <p:cNvSpPr/>
              <p:nvPr/>
            </p:nvSpPr>
            <p:spPr>
              <a:xfrm>
                <a:off x="8136525" y="957350"/>
                <a:ext cx="391675" cy="392350"/>
              </a:xfrm>
              <a:custGeom>
                <a:avLst/>
                <a:gdLst/>
                <a:ahLst/>
                <a:cxnLst/>
                <a:rect l="l" t="t" r="r" b="b"/>
                <a:pathLst>
                  <a:path w="15667" h="15694" extrusionOk="0">
                    <a:moveTo>
                      <a:pt x="7834" y="0"/>
                    </a:moveTo>
                    <a:cubicBezTo>
                      <a:pt x="3510" y="0"/>
                      <a:pt x="1" y="3509"/>
                      <a:pt x="1" y="7833"/>
                    </a:cubicBezTo>
                    <a:cubicBezTo>
                      <a:pt x="1" y="12185"/>
                      <a:pt x="3510" y="15694"/>
                      <a:pt x="7834" y="15694"/>
                    </a:cubicBezTo>
                    <a:cubicBezTo>
                      <a:pt x="12157" y="15694"/>
                      <a:pt x="15667" y="12185"/>
                      <a:pt x="15667" y="7833"/>
                    </a:cubicBezTo>
                    <a:cubicBezTo>
                      <a:pt x="15667" y="3509"/>
                      <a:pt x="12157" y="0"/>
                      <a:pt x="78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932"/>
        <p:cNvGrpSpPr/>
        <p:nvPr/>
      </p:nvGrpSpPr>
      <p:grpSpPr>
        <a:xfrm>
          <a:off x="0" y="0"/>
          <a:ext cx="0" cy="0"/>
          <a:chOff x="0" y="0"/>
          <a:chExt cx="0" cy="0"/>
        </a:xfrm>
      </p:grpSpPr>
      <p:grpSp>
        <p:nvGrpSpPr>
          <p:cNvPr id="933" name="Google Shape;933;p25"/>
          <p:cNvGrpSpPr/>
          <p:nvPr/>
        </p:nvGrpSpPr>
        <p:grpSpPr>
          <a:xfrm rot="-798115">
            <a:off x="4827175" y="4213988"/>
            <a:ext cx="5010572" cy="3161470"/>
            <a:chOff x="1052575" y="238400"/>
            <a:chExt cx="5516000" cy="3480375"/>
          </a:xfrm>
        </p:grpSpPr>
        <p:sp>
          <p:nvSpPr>
            <p:cNvPr id="934" name="Google Shape;934;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25"/>
            <p:cNvSpPr/>
            <p:nvPr/>
          </p:nvSpPr>
          <p:spPr>
            <a:xfrm>
              <a:off x="1052575" y="238400"/>
              <a:ext cx="5516000" cy="3480375"/>
            </a:xfrm>
            <a:custGeom>
              <a:avLst/>
              <a:gdLst/>
              <a:ahLst/>
              <a:cxnLst/>
              <a:rect l="l" t="t" r="r" b="b"/>
              <a:pathLst>
                <a:path w="220640" h="139215" extrusionOk="0">
                  <a:moveTo>
                    <a:pt x="92038" y="30248"/>
                  </a:moveTo>
                  <a:lnTo>
                    <a:pt x="92132" y="30342"/>
                  </a:lnTo>
                  <a:lnTo>
                    <a:pt x="95447" y="35315"/>
                  </a:lnTo>
                  <a:lnTo>
                    <a:pt x="76278" y="49114"/>
                  </a:lnTo>
                  <a:lnTo>
                    <a:pt x="72566" y="43673"/>
                  </a:lnTo>
                  <a:lnTo>
                    <a:pt x="75298" y="41736"/>
                  </a:lnTo>
                  <a:lnTo>
                    <a:pt x="92038" y="30248"/>
                  </a:lnTo>
                  <a:close/>
                  <a:moveTo>
                    <a:pt x="138641" y="38910"/>
                  </a:moveTo>
                  <a:cubicBezTo>
                    <a:pt x="142237" y="43183"/>
                    <a:pt x="146813" y="48436"/>
                    <a:pt x="150502" y="52826"/>
                  </a:cubicBezTo>
                  <a:lnTo>
                    <a:pt x="149335" y="53783"/>
                  </a:lnTo>
                  <a:cubicBezTo>
                    <a:pt x="149031" y="53293"/>
                    <a:pt x="148657" y="52709"/>
                    <a:pt x="148261" y="52242"/>
                  </a:cubicBezTo>
                  <a:cubicBezTo>
                    <a:pt x="145342" y="48436"/>
                    <a:pt x="142143" y="44654"/>
                    <a:pt x="137474" y="44257"/>
                  </a:cubicBezTo>
                  <a:cubicBezTo>
                    <a:pt x="137190" y="44231"/>
                    <a:pt x="136905" y="44218"/>
                    <a:pt x="136620" y="44218"/>
                  </a:cubicBezTo>
                  <a:cubicBezTo>
                    <a:pt x="133573" y="44218"/>
                    <a:pt x="130442" y="45698"/>
                    <a:pt x="127154" y="48623"/>
                  </a:cubicBezTo>
                  <a:cubicBezTo>
                    <a:pt x="125590" y="50094"/>
                    <a:pt x="123465" y="52242"/>
                    <a:pt x="120920" y="54857"/>
                  </a:cubicBezTo>
                  <a:lnTo>
                    <a:pt x="117721" y="49417"/>
                  </a:lnTo>
                  <a:lnTo>
                    <a:pt x="138641" y="38910"/>
                  </a:lnTo>
                  <a:close/>
                  <a:moveTo>
                    <a:pt x="187369" y="35688"/>
                  </a:moveTo>
                  <a:cubicBezTo>
                    <a:pt x="188840" y="36856"/>
                    <a:pt x="191548" y="39494"/>
                    <a:pt x="194093" y="41922"/>
                  </a:cubicBezTo>
                  <a:lnTo>
                    <a:pt x="198646" y="56025"/>
                  </a:lnTo>
                  <a:cubicBezTo>
                    <a:pt x="196614" y="56118"/>
                    <a:pt x="194863" y="56211"/>
                    <a:pt x="193299" y="56328"/>
                  </a:cubicBezTo>
                  <a:lnTo>
                    <a:pt x="189610" y="47946"/>
                  </a:lnTo>
                  <a:cubicBezTo>
                    <a:pt x="189610" y="47759"/>
                    <a:pt x="189517" y="47666"/>
                    <a:pt x="189307" y="47573"/>
                  </a:cubicBezTo>
                  <a:lnTo>
                    <a:pt x="183283" y="41922"/>
                  </a:lnTo>
                  <a:lnTo>
                    <a:pt x="187369" y="35688"/>
                  </a:lnTo>
                  <a:close/>
                  <a:moveTo>
                    <a:pt x="181929" y="43954"/>
                  </a:moveTo>
                  <a:lnTo>
                    <a:pt x="187462" y="49114"/>
                  </a:lnTo>
                  <a:lnTo>
                    <a:pt x="190684" y="56515"/>
                  </a:lnTo>
                  <a:cubicBezTo>
                    <a:pt x="184847" y="56795"/>
                    <a:pt x="183376" y="56912"/>
                    <a:pt x="182886" y="56912"/>
                  </a:cubicBezTo>
                  <a:cubicBezTo>
                    <a:pt x="182419" y="56912"/>
                    <a:pt x="177749" y="56515"/>
                    <a:pt x="173943" y="56118"/>
                  </a:cubicBezTo>
                  <a:lnTo>
                    <a:pt x="181929" y="43954"/>
                  </a:lnTo>
                  <a:close/>
                  <a:moveTo>
                    <a:pt x="96801" y="37346"/>
                  </a:moveTo>
                  <a:lnTo>
                    <a:pt x="100397" y="42506"/>
                  </a:lnTo>
                  <a:lnTo>
                    <a:pt x="87369" y="57869"/>
                  </a:lnTo>
                  <a:lnTo>
                    <a:pt x="83773" y="59924"/>
                  </a:lnTo>
                  <a:lnTo>
                    <a:pt x="77632" y="51075"/>
                  </a:lnTo>
                  <a:lnTo>
                    <a:pt x="96801" y="37346"/>
                  </a:lnTo>
                  <a:close/>
                  <a:moveTo>
                    <a:pt x="136825" y="48244"/>
                  </a:moveTo>
                  <a:cubicBezTo>
                    <a:pt x="136909" y="48244"/>
                    <a:pt x="136993" y="48246"/>
                    <a:pt x="137077" y="48250"/>
                  </a:cubicBezTo>
                  <a:cubicBezTo>
                    <a:pt x="140089" y="48530"/>
                    <a:pt x="142610" y="51659"/>
                    <a:pt x="144945" y="54764"/>
                  </a:cubicBezTo>
                  <a:cubicBezTo>
                    <a:pt x="145435" y="55254"/>
                    <a:pt x="145832" y="55931"/>
                    <a:pt x="146229" y="56515"/>
                  </a:cubicBezTo>
                  <a:lnTo>
                    <a:pt x="144268" y="58173"/>
                  </a:lnTo>
                  <a:lnTo>
                    <a:pt x="144268" y="58079"/>
                  </a:lnTo>
                  <a:cubicBezTo>
                    <a:pt x="142517" y="55931"/>
                    <a:pt x="140672" y="53877"/>
                    <a:pt x="140672" y="53877"/>
                  </a:cubicBezTo>
                  <a:cubicBezTo>
                    <a:pt x="140455" y="53557"/>
                    <a:pt x="140125" y="53412"/>
                    <a:pt x="139791" y="53412"/>
                  </a:cubicBezTo>
                  <a:cubicBezTo>
                    <a:pt x="139515" y="53412"/>
                    <a:pt x="139236" y="53510"/>
                    <a:pt x="139015" y="53690"/>
                  </a:cubicBezTo>
                  <a:lnTo>
                    <a:pt x="130936" y="60111"/>
                  </a:lnTo>
                  <a:lnTo>
                    <a:pt x="124819" y="61465"/>
                  </a:lnTo>
                  <a:lnTo>
                    <a:pt x="123068" y="58546"/>
                  </a:lnTo>
                  <a:cubicBezTo>
                    <a:pt x="125893" y="55628"/>
                    <a:pt x="128321" y="53200"/>
                    <a:pt x="129886" y="51659"/>
                  </a:cubicBezTo>
                  <a:cubicBezTo>
                    <a:pt x="132484" y="49307"/>
                    <a:pt x="134824" y="48244"/>
                    <a:pt x="136825" y="48244"/>
                  </a:cubicBezTo>
                  <a:close/>
                  <a:moveTo>
                    <a:pt x="46019" y="50188"/>
                  </a:moveTo>
                  <a:lnTo>
                    <a:pt x="60798" y="61862"/>
                  </a:lnTo>
                  <a:lnTo>
                    <a:pt x="61382" y="63216"/>
                  </a:lnTo>
                  <a:lnTo>
                    <a:pt x="49615" y="60694"/>
                  </a:lnTo>
                  <a:lnTo>
                    <a:pt x="49521" y="60694"/>
                  </a:lnTo>
                  <a:lnTo>
                    <a:pt x="43965" y="59433"/>
                  </a:lnTo>
                  <a:lnTo>
                    <a:pt x="41933" y="51542"/>
                  </a:lnTo>
                  <a:lnTo>
                    <a:pt x="46019" y="50188"/>
                  </a:lnTo>
                  <a:close/>
                  <a:moveTo>
                    <a:pt x="166262" y="4075"/>
                  </a:moveTo>
                  <a:lnTo>
                    <a:pt x="192622" y="18574"/>
                  </a:lnTo>
                  <a:lnTo>
                    <a:pt x="193206" y="22263"/>
                  </a:lnTo>
                  <a:lnTo>
                    <a:pt x="180761" y="41432"/>
                  </a:lnTo>
                  <a:lnTo>
                    <a:pt x="170838" y="56515"/>
                  </a:lnTo>
                  <a:lnTo>
                    <a:pt x="166169" y="63613"/>
                  </a:lnTo>
                  <a:cubicBezTo>
                    <a:pt x="161779" y="61582"/>
                    <a:pt x="160028" y="60508"/>
                    <a:pt x="159748" y="60204"/>
                  </a:cubicBezTo>
                  <a:cubicBezTo>
                    <a:pt x="158674" y="58453"/>
                    <a:pt x="146509" y="44257"/>
                    <a:pt x="140859" y="37836"/>
                  </a:cubicBezTo>
                  <a:lnTo>
                    <a:pt x="145926" y="35315"/>
                  </a:lnTo>
                  <a:cubicBezTo>
                    <a:pt x="146019" y="35198"/>
                    <a:pt x="146113" y="35105"/>
                    <a:pt x="146229" y="35105"/>
                  </a:cubicBezTo>
                  <a:lnTo>
                    <a:pt x="147490" y="35688"/>
                  </a:lnTo>
                  <a:lnTo>
                    <a:pt x="149521" y="39984"/>
                  </a:lnTo>
                  <a:cubicBezTo>
                    <a:pt x="149615" y="40171"/>
                    <a:pt x="149731" y="40358"/>
                    <a:pt x="150012" y="40451"/>
                  </a:cubicBezTo>
                  <a:lnTo>
                    <a:pt x="154004" y="42903"/>
                  </a:lnTo>
                  <a:cubicBezTo>
                    <a:pt x="154183" y="42989"/>
                    <a:pt x="154371" y="43031"/>
                    <a:pt x="154557" y="43031"/>
                  </a:cubicBezTo>
                  <a:cubicBezTo>
                    <a:pt x="154977" y="43031"/>
                    <a:pt x="155387" y="42817"/>
                    <a:pt x="155662" y="42413"/>
                  </a:cubicBezTo>
                  <a:cubicBezTo>
                    <a:pt x="155942" y="41829"/>
                    <a:pt x="155755" y="41152"/>
                    <a:pt x="155172" y="40755"/>
                  </a:cubicBezTo>
                  <a:lnTo>
                    <a:pt x="151576" y="38607"/>
                  </a:lnTo>
                  <a:lnTo>
                    <a:pt x="149521" y="34334"/>
                  </a:lnTo>
                  <a:cubicBezTo>
                    <a:pt x="149428" y="34031"/>
                    <a:pt x="149241" y="33844"/>
                    <a:pt x="149031" y="33750"/>
                  </a:cubicBezTo>
                  <a:lnTo>
                    <a:pt x="147770" y="33073"/>
                  </a:lnTo>
                  <a:lnTo>
                    <a:pt x="162947" y="9328"/>
                  </a:lnTo>
                  <a:cubicBezTo>
                    <a:pt x="165188" y="10682"/>
                    <a:pt x="168690" y="13017"/>
                    <a:pt x="172286" y="15259"/>
                  </a:cubicBezTo>
                  <a:cubicBezTo>
                    <a:pt x="184170" y="22847"/>
                    <a:pt x="184450" y="22940"/>
                    <a:pt x="184637" y="22940"/>
                  </a:cubicBezTo>
                  <a:cubicBezTo>
                    <a:pt x="184784" y="22985"/>
                    <a:pt x="184931" y="23006"/>
                    <a:pt x="185072" y="23006"/>
                  </a:cubicBezTo>
                  <a:cubicBezTo>
                    <a:pt x="185601" y="23006"/>
                    <a:pt x="186054" y="22704"/>
                    <a:pt x="186201" y="22170"/>
                  </a:cubicBezTo>
                  <a:cubicBezTo>
                    <a:pt x="186388" y="21586"/>
                    <a:pt x="186108" y="20909"/>
                    <a:pt x="185524" y="20722"/>
                  </a:cubicBezTo>
                  <a:cubicBezTo>
                    <a:pt x="184544" y="20138"/>
                    <a:pt x="173080" y="12831"/>
                    <a:pt x="164324" y="7297"/>
                  </a:cubicBezTo>
                  <a:lnTo>
                    <a:pt x="166169" y="4168"/>
                  </a:lnTo>
                  <a:cubicBezTo>
                    <a:pt x="166262" y="4168"/>
                    <a:pt x="166262" y="4075"/>
                    <a:pt x="166262" y="4075"/>
                  </a:cubicBezTo>
                  <a:close/>
                  <a:moveTo>
                    <a:pt x="39598" y="52336"/>
                  </a:moveTo>
                  <a:lnTo>
                    <a:pt x="41443" y="59620"/>
                  </a:lnTo>
                  <a:cubicBezTo>
                    <a:pt x="39692" y="60017"/>
                    <a:pt x="36096" y="60881"/>
                    <a:pt x="32594" y="61768"/>
                  </a:cubicBezTo>
                  <a:cubicBezTo>
                    <a:pt x="26360" y="63333"/>
                    <a:pt x="23745" y="64010"/>
                    <a:pt x="22578" y="64500"/>
                  </a:cubicBezTo>
                  <a:lnTo>
                    <a:pt x="21200" y="57869"/>
                  </a:lnTo>
                  <a:lnTo>
                    <a:pt x="39598" y="52336"/>
                  </a:lnTo>
                  <a:close/>
                  <a:moveTo>
                    <a:pt x="70535" y="45028"/>
                  </a:moveTo>
                  <a:lnTo>
                    <a:pt x="82209" y="61955"/>
                  </a:lnTo>
                  <a:lnTo>
                    <a:pt x="82115" y="67022"/>
                  </a:lnTo>
                  <a:lnTo>
                    <a:pt x="79781" y="67886"/>
                  </a:lnTo>
                  <a:lnTo>
                    <a:pt x="66449" y="47759"/>
                  </a:lnTo>
                  <a:lnTo>
                    <a:pt x="70535" y="45028"/>
                  </a:lnTo>
                  <a:close/>
                  <a:moveTo>
                    <a:pt x="43007" y="61768"/>
                  </a:moveTo>
                  <a:lnTo>
                    <a:pt x="47093" y="62632"/>
                  </a:lnTo>
                  <a:cubicBezTo>
                    <a:pt x="45716" y="64383"/>
                    <a:pt x="43381" y="67419"/>
                    <a:pt x="41163" y="70430"/>
                  </a:cubicBezTo>
                  <a:cubicBezTo>
                    <a:pt x="39108" y="73139"/>
                    <a:pt x="37450" y="75287"/>
                    <a:pt x="36190" y="76945"/>
                  </a:cubicBezTo>
                  <a:cubicBezTo>
                    <a:pt x="36003" y="77225"/>
                    <a:pt x="35909" y="77435"/>
                    <a:pt x="35699" y="77715"/>
                  </a:cubicBezTo>
                  <a:cubicBezTo>
                    <a:pt x="33948" y="68002"/>
                    <a:pt x="33364" y="65177"/>
                    <a:pt x="33084" y="64103"/>
                  </a:cubicBezTo>
                  <a:cubicBezTo>
                    <a:pt x="36190" y="63333"/>
                    <a:pt x="39692" y="62539"/>
                    <a:pt x="43007" y="61768"/>
                  </a:cubicBezTo>
                  <a:close/>
                  <a:moveTo>
                    <a:pt x="100397" y="24598"/>
                  </a:moveTo>
                  <a:lnTo>
                    <a:pt x="112958" y="46008"/>
                  </a:lnTo>
                  <a:lnTo>
                    <a:pt x="82209" y="76268"/>
                  </a:lnTo>
                  <a:cubicBezTo>
                    <a:pt x="82209" y="76268"/>
                    <a:pt x="82115" y="76268"/>
                    <a:pt x="82115" y="76361"/>
                  </a:cubicBezTo>
                  <a:lnTo>
                    <a:pt x="80271" y="78392"/>
                  </a:lnTo>
                  <a:lnTo>
                    <a:pt x="75204" y="71971"/>
                  </a:lnTo>
                  <a:cubicBezTo>
                    <a:pt x="75051" y="71741"/>
                    <a:pt x="74755" y="71574"/>
                    <a:pt x="74433" y="71574"/>
                  </a:cubicBezTo>
                  <a:cubicBezTo>
                    <a:pt x="74364" y="71574"/>
                    <a:pt x="74294" y="71581"/>
                    <a:pt x="74224" y="71598"/>
                  </a:cubicBezTo>
                  <a:cubicBezTo>
                    <a:pt x="73850" y="71598"/>
                    <a:pt x="73453" y="71785"/>
                    <a:pt x="73266" y="72088"/>
                  </a:cubicBezTo>
                  <a:cubicBezTo>
                    <a:pt x="71399" y="74516"/>
                    <a:pt x="70441" y="76057"/>
                    <a:pt x="69764" y="77038"/>
                  </a:cubicBezTo>
                  <a:lnTo>
                    <a:pt x="69554" y="76945"/>
                  </a:lnTo>
                  <a:lnTo>
                    <a:pt x="62947" y="60601"/>
                  </a:lnTo>
                  <a:cubicBezTo>
                    <a:pt x="62853" y="60414"/>
                    <a:pt x="62760" y="60204"/>
                    <a:pt x="62550" y="60111"/>
                  </a:cubicBezTo>
                  <a:lnTo>
                    <a:pt x="47000" y="47853"/>
                  </a:lnTo>
                  <a:cubicBezTo>
                    <a:pt x="46803" y="47671"/>
                    <a:pt x="46528" y="47558"/>
                    <a:pt x="46258" y="47558"/>
                  </a:cubicBezTo>
                  <a:cubicBezTo>
                    <a:pt x="46110" y="47558"/>
                    <a:pt x="45964" y="47592"/>
                    <a:pt x="45832" y="47666"/>
                  </a:cubicBezTo>
                  <a:lnTo>
                    <a:pt x="39995" y="49697"/>
                  </a:lnTo>
                  <a:lnTo>
                    <a:pt x="20616" y="55534"/>
                  </a:lnTo>
                  <a:lnTo>
                    <a:pt x="20336" y="54180"/>
                  </a:lnTo>
                  <a:cubicBezTo>
                    <a:pt x="20336" y="53993"/>
                    <a:pt x="20243" y="53783"/>
                    <a:pt x="20149" y="53596"/>
                  </a:cubicBezTo>
                  <a:lnTo>
                    <a:pt x="18398" y="51448"/>
                  </a:lnTo>
                  <a:cubicBezTo>
                    <a:pt x="18178" y="51177"/>
                    <a:pt x="17809" y="50991"/>
                    <a:pt x="17435" y="50991"/>
                  </a:cubicBezTo>
                  <a:cubicBezTo>
                    <a:pt x="17295" y="50991"/>
                    <a:pt x="17154" y="51018"/>
                    <a:pt x="17021" y="51075"/>
                  </a:cubicBezTo>
                  <a:lnTo>
                    <a:pt x="10320" y="53293"/>
                  </a:lnTo>
                  <a:lnTo>
                    <a:pt x="8849" y="44444"/>
                  </a:lnTo>
                  <a:lnTo>
                    <a:pt x="8849" y="44444"/>
                  </a:lnTo>
                  <a:cubicBezTo>
                    <a:pt x="9526" y="45611"/>
                    <a:pt x="10110" y="46592"/>
                    <a:pt x="10110" y="46592"/>
                  </a:cubicBezTo>
                  <a:cubicBezTo>
                    <a:pt x="10363" y="47001"/>
                    <a:pt x="10746" y="47199"/>
                    <a:pt x="11151" y="47199"/>
                  </a:cubicBezTo>
                  <a:cubicBezTo>
                    <a:pt x="11232" y="47199"/>
                    <a:pt x="11313" y="47191"/>
                    <a:pt x="11394" y="47176"/>
                  </a:cubicBezTo>
                  <a:lnTo>
                    <a:pt x="46696" y="38910"/>
                  </a:lnTo>
                  <a:lnTo>
                    <a:pt x="63530" y="47853"/>
                  </a:lnTo>
                  <a:lnTo>
                    <a:pt x="78310" y="70127"/>
                  </a:lnTo>
                  <a:cubicBezTo>
                    <a:pt x="78517" y="70462"/>
                    <a:pt x="78898" y="70655"/>
                    <a:pt x="79275" y="70655"/>
                  </a:cubicBezTo>
                  <a:cubicBezTo>
                    <a:pt x="79450" y="70655"/>
                    <a:pt x="79625" y="70613"/>
                    <a:pt x="79781" y="70524"/>
                  </a:cubicBezTo>
                  <a:lnTo>
                    <a:pt x="83866" y="68960"/>
                  </a:lnTo>
                  <a:cubicBezTo>
                    <a:pt x="84240" y="68773"/>
                    <a:pt x="84544" y="68282"/>
                    <a:pt x="84544" y="67792"/>
                  </a:cubicBezTo>
                  <a:lnTo>
                    <a:pt x="84637" y="62259"/>
                  </a:lnTo>
                  <a:lnTo>
                    <a:pt x="88816" y="59924"/>
                  </a:lnTo>
                  <a:cubicBezTo>
                    <a:pt x="88910" y="59830"/>
                    <a:pt x="89026" y="59714"/>
                    <a:pt x="89120" y="59620"/>
                  </a:cubicBezTo>
                  <a:lnTo>
                    <a:pt x="102825" y="43370"/>
                  </a:lnTo>
                  <a:cubicBezTo>
                    <a:pt x="103222" y="42996"/>
                    <a:pt x="103222" y="42413"/>
                    <a:pt x="102919" y="41922"/>
                  </a:cubicBezTo>
                  <a:lnTo>
                    <a:pt x="98155" y="34918"/>
                  </a:lnTo>
                  <a:lnTo>
                    <a:pt x="98155" y="34825"/>
                  </a:lnTo>
                  <a:lnTo>
                    <a:pt x="98062" y="34825"/>
                  </a:lnTo>
                  <a:lnTo>
                    <a:pt x="94070" y="28894"/>
                  </a:lnTo>
                  <a:lnTo>
                    <a:pt x="100397" y="24598"/>
                  </a:lnTo>
                  <a:close/>
                  <a:moveTo>
                    <a:pt x="55755" y="64500"/>
                  </a:moveTo>
                  <a:lnTo>
                    <a:pt x="62456" y="65948"/>
                  </a:lnTo>
                  <a:lnTo>
                    <a:pt x="64791" y="71598"/>
                  </a:lnTo>
                  <a:lnTo>
                    <a:pt x="59258" y="81521"/>
                  </a:lnTo>
                  <a:cubicBezTo>
                    <a:pt x="59047" y="81427"/>
                    <a:pt x="58954" y="81217"/>
                    <a:pt x="58767" y="81124"/>
                  </a:cubicBezTo>
                  <a:lnTo>
                    <a:pt x="51950" y="77715"/>
                  </a:lnTo>
                  <a:cubicBezTo>
                    <a:pt x="52440" y="75684"/>
                    <a:pt x="54098" y="69940"/>
                    <a:pt x="55755" y="64500"/>
                  </a:cubicBezTo>
                  <a:close/>
                  <a:moveTo>
                    <a:pt x="74317" y="74797"/>
                  </a:moveTo>
                  <a:lnTo>
                    <a:pt x="78613" y="80260"/>
                  </a:lnTo>
                  <a:lnTo>
                    <a:pt x="76862" y="82198"/>
                  </a:lnTo>
                  <a:lnTo>
                    <a:pt x="71795" y="78509"/>
                  </a:lnTo>
                  <a:cubicBezTo>
                    <a:pt x="72286" y="77622"/>
                    <a:pt x="73266" y="76268"/>
                    <a:pt x="74317" y="74797"/>
                  </a:cubicBezTo>
                  <a:close/>
                  <a:moveTo>
                    <a:pt x="115760" y="50865"/>
                  </a:moveTo>
                  <a:lnTo>
                    <a:pt x="119169" y="56702"/>
                  </a:lnTo>
                  <a:cubicBezTo>
                    <a:pt x="111581" y="64687"/>
                    <a:pt x="101564" y="75777"/>
                    <a:pt x="94957" y="83179"/>
                  </a:cubicBezTo>
                  <a:lnTo>
                    <a:pt x="88326" y="77809"/>
                  </a:lnTo>
                  <a:lnTo>
                    <a:pt x="115760" y="50865"/>
                  </a:lnTo>
                  <a:close/>
                  <a:moveTo>
                    <a:pt x="121317" y="60414"/>
                  </a:moveTo>
                  <a:lnTo>
                    <a:pt x="122881" y="63029"/>
                  </a:lnTo>
                  <a:lnTo>
                    <a:pt x="105837" y="82291"/>
                  </a:lnTo>
                  <a:lnTo>
                    <a:pt x="100304" y="87451"/>
                  </a:lnTo>
                  <a:lnTo>
                    <a:pt x="98155" y="85700"/>
                  </a:lnTo>
                  <a:cubicBezTo>
                    <a:pt x="104483" y="78602"/>
                    <a:pt x="113915" y="68189"/>
                    <a:pt x="121317" y="60414"/>
                  </a:cubicBezTo>
                  <a:close/>
                  <a:moveTo>
                    <a:pt x="49708" y="63216"/>
                  </a:moveTo>
                  <a:lnTo>
                    <a:pt x="53420" y="64010"/>
                  </a:lnTo>
                  <a:cubicBezTo>
                    <a:pt x="52930" y="65364"/>
                    <a:pt x="52253" y="67699"/>
                    <a:pt x="51553" y="70034"/>
                  </a:cubicBezTo>
                  <a:cubicBezTo>
                    <a:pt x="49708" y="76268"/>
                    <a:pt x="49428" y="77715"/>
                    <a:pt x="49428" y="78299"/>
                  </a:cubicBezTo>
                  <a:cubicBezTo>
                    <a:pt x="48938" y="79560"/>
                    <a:pt x="44945" y="85513"/>
                    <a:pt x="41163" y="90860"/>
                  </a:cubicBezTo>
                  <a:lnTo>
                    <a:pt x="38127" y="92308"/>
                  </a:lnTo>
                  <a:cubicBezTo>
                    <a:pt x="37847" y="90066"/>
                    <a:pt x="37077" y="85700"/>
                    <a:pt x="36283" y="81124"/>
                  </a:cubicBezTo>
                  <a:cubicBezTo>
                    <a:pt x="37264" y="79466"/>
                    <a:pt x="44758" y="69637"/>
                    <a:pt x="49708" y="63216"/>
                  </a:cubicBezTo>
                  <a:close/>
                  <a:moveTo>
                    <a:pt x="30749" y="64780"/>
                  </a:moveTo>
                  <a:cubicBezTo>
                    <a:pt x="31240" y="66345"/>
                    <a:pt x="34042" y="82688"/>
                    <a:pt x="35909" y="93382"/>
                  </a:cubicBezTo>
                  <a:lnTo>
                    <a:pt x="31030" y="95623"/>
                  </a:lnTo>
                  <a:lnTo>
                    <a:pt x="30446" y="91934"/>
                  </a:lnTo>
                  <a:cubicBezTo>
                    <a:pt x="30353" y="91817"/>
                    <a:pt x="30353" y="91631"/>
                    <a:pt x="30259" y="91537"/>
                  </a:cubicBezTo>
                  <a:lnTo>
                    <a:pt x="27247" y="86868"/>
                  </a:lnTo>
                  <a:lnTo>
                    <a:pt x="23068" y="66928"/>
                  </a:lnTo>
                  <a:lnTo>
                    <a:pt x="23161" y="66835"/>
                  </a:lnTo>
                  <a:cubicBezTo>
                    <a:pt x="23838" y="66531"/>
                    <a:pt x="26850" y="65761"/>
                    <a:pt x="30749" y="64780"/>
                  </a:cubicBezTo>
                  <a:close/>
                  <a:moveTo>
                    <a:pt x="86575" y="79560"/>
                  </a:moveTo>
                  <a:lnTo>
                    <a:pt x="93299" y="85023"/>
                  </a:lnTo>
                  <a:cubicBezTo>
                    <a:pt x="90474" y="88128"/>
                    <a:pt x="88536" y="90276"/>
                    <a:pt x="88046" y="90860"/>
                  </a:cubicBezTo>
                  <a:lnTo>
                    <a:pt x="81718" y="96604"/>
                  </a:lnTo>
                  <a:lnTo>
                    <a:pt x="75601" y="91817"/>
                  </a:lnTo>
                  <a:lnTo>
                    <a:pt x="86108" y="80050"/>
                  </a:lnTo>
                  <a:lnTo>
                    <a:pt x="86575" y="79560"/>
                  </a:lnTo>
                  <a:close/>
                  <a:moveTo>
                    <a:pt x="96498" y="87545"/>
                  </a:moveTo>
                  <a:lnTo>
                    <a:pt x="98459" y="89109"/>
                  </a:lnTo>
                  <a:lnTo>
                    <a:pt x="91361" y="95623"/>
                  </a:lnTo>
                  <a:cubicBezTo>
                    <a:pt x="91244" y="95717"/>
                    <a:pt x="91244" y="95717"/>
                    <a:pt x="91151" y="95717"/>
                  </a:cubicBezTo>
                  <a:lnTo>
                    <a:pt x="87065" y="100877"/>
                  </a:lnTo>
                  <a:lnTo>
                    <a:pt x="84940" y="99125"/>
                  </a:lnTo>
                  <a:lnTo>
                    <a:pt x="90871" y="93779"/>
                  </a:lnTo>
                  <a:cubicBezTo>
                    <a:pt x="90964" y="93779"/>
                    <a:pt x="90964" y="93685"/>
                    <a:pt x="91058" y="93685"/>
                  </a:cubicBezTo>
                  <a:cubicBezTo>
                    <a:pt x="91151" y="93569"/>
                    <a:pt x="93206" y="91140"/>
                    <a:pt x="96498" y="87545"/>
                  </a:cubicBezTo>
                  <a:close/>
                  <a:moveTo>
                    <a:pt x="74037" y="93685"/>
                  </a:moveTo>
                  <a:lnTo>
                    <a:pt x="79874" y="98238"/>
                  </a:lnTo>
                  <a:lnTo>
                    <a:pt x="77049" y="100783"/>
                  </a:lnTo>
                  <a:lnTo>
                    <a:pt x="73056" y="104285"/>
                  </a:lnTo>
                  <a:lnTo>
                    <a:pt x="68387" y="99896"/>
                  </a:lnTo>
                  <a:lnTo>
                    <a:pt x="74037" y="93685"/>
                  </a:lnTo>
                  <a:close/>
                  <a:moveTo>
                    <a:pt x="65958" y="74516"/>
                  </a:moveTo>
                  <a:lnTo>
                    <a:pt x="67429" y="78205"/>
                  </a:lnTo>
                  <a:cubicBezTo>
                    <a:pt x="67523" y="78392"/>
                    <a:pt x="67710" y="78602"/>
                    <a:pt x="67896" y="78696"/>
                  </a:cubicBezTo>
                  <a:lnTo>
                    <a:pt x="68690" y="79279"/>
                  </a:lnTo>
                  <a:cubicBezTo>
                    <a:pt x="67710" y="80937"/>
                    <a:pt x="65095" y="84813"/>
                    <a:pt x="62550" y="88432"/>
                  </a:cubicBezTo>
                  <a:lnTo>
                    <a:pt x="47093" y="102534"/>
                  </a:lnTo>
                  <a:cubicBezTo>
                    <a:pt x="42213" y="104776"/>
                    <a:pt x="34835" y="108278"/>
                    <a:pt x="34345" y="108465"/>
                  </a:cubicBezTo>
                  <a:cubicBezTo>
                    <a:pt x="34252" y="108465"/>
                    <a:pt x="34158" y="108465"/>
                    <a:pt x="34158" y="108558"/>
                  </a:cubicBezTo>
                  <a:lnTo>
                    <a:pt x="31520" y="98051"/>
                  </a:lnTo>
                  <a:lnTo>
                    <a:pt x="31613" y="98051"/>
                  </a:lnTo>
                  <a:lnTo>
                    <a:pt x="42517" y="92891"/>
                  </a:lnTo>
                  <a:cubicBezTo>
                    <a:pt x="42704" y="92798"/>
                    <a:pt x="42914" y="92705"/>
                    <a:pt x="43007" y="92518"/>
                  </a:cubicBezTo>
                  <a:cubicBezTo>
                    <a:pt x="43007" y="92518"/>
                    <a:pt x="45249" y="89389"/>
                    <a:pt x="47373" y="86191"/>
                  </a:cubicBezTo>
                  <a:cubicBezTo>
                    <a:pt x="49521" y="82968"/>
                    <a:pt x="50689" y="81124"/>
                    <a:pt x="51272" y="80050"/>
                  </a:cubicBezTo>
                  <a:lnTo>
                    <a:pt x="57600" y="83272"/>
                  </a:lnTo>
                  <a:cubicBezTo>
                    <a:pt x="57787" y="83365"/>
                    <a:pt x="57973" y="83459"/>
                    <a:pt x="58184" y="83459"/>
                  </a:cubicBezTo>
                  <a:lnTo>
                    <a:pt x="56526" y="86377"/>
                  </a:lnTo>
                  <a:cubicBezTo>
                    <a:pt x="55849" y="86961"/>
                    <a:pt x="53420" y="89109"/>
                    <a:pt x="50969" y="91350"/>
                  </a:cubicBezTo>
                  <a:cubicBezTo>
                    <a:pt x="45039" y="96697"/>
                    <a:pt x="44945" y="96977"/>
                    <a:pt x="44852" y="97374"/>
                  </a:cubicBezTo>
                  <a:cubicBezTo>
                    <a:pt x="44758" y="97561"/>
                    <a:pt x="44758" y="97771"/>
                    <a:pt x="44852" y="97958"/>
                  </a:cubicBezTo>
                  <a:cubicBezTo>
                    <a:pt x="44852" y="98448"/>
                    <a:pt x="45249" y="98822"/>
                    <a:pt x="45622" y="98939"/>
                  </a:cubicBezTo>
                  <a:cubicBezTo>
                    <a:pt x="45742" y="98977"/>
                    <a:pt x="45861" y="98995"/>
                    <a:pt x="45978" y="98995"/>
                  </a:cubicBezTo>
                  <a:cubicBezTo>
                    <a:pt x="46433" y="98995"/>
                    <a:pt x="46852" y="98726"/>
                    <a:pt x="47093" y="98355"/>
                  </a:cubicBezTo>
                  <a:cubicBezTo>
                    <a:pt x="47770" y="97561"/>
                    <a:pt x="53304" y="92518"/>
                    <a:pt x="58277" y="88035"/>
                  </a:cubicBezTo>
                  <a:cubicBezTo>
                    <a:pt x="58370" y="88035"/>
                    <a:pt x="58464" y="87848"/>
                    <a:pt x="58557" y="87731"/>
                  </a:cubicBezTo>
                  <a:lnTo>
                    <a:pt x="65958" y="74516"/>
                  </a:lnTo>
                  <a:close/>
                  <a:moveTo>
                    <a:pt x="83073" y="100783"/>
                  </a:moveTo>
                  <a:lnTo>
                    <a:pt x="85618" y="102721"/>
                  </a:lnTo>
                  <a:lnTo>
                    <a:pt x="84240" y="104379"/>
                  </a:lnTo>
                  <a:lnTo>
                    <a:pt x="77726" y="108558"/>
                  </a:lnTo>
                  <a:lnTo>
                    <a:pt x="76068" y="106994"/>
                  </a:lnTo>
                  <a:lnTo>
                    <a:pt x="79687" y="103795"/>
                  </a:lnTo>
                  <a:lnTo>
                    <a:pt x="83073" y="100783"/>
                  </a:lnTo>
                  <a:close/>
                  <a:moveTo>
                    <a:pt x="99533" y="105733"/>
                  </a:moveTo>
                  <a:lnTo>
                    <a:pt x="100700" y="110986"/>
                  </a:lnTo>
                  <a:lnTo>
                    <a:pt x="97198" y="111570"/>
                  </a:lnTo>
                  <a:lnTo>
                    <a:pt x="95914" y="106527"/>
                  </a:lnTo>
                  <a:cubicBezTo>
                    <a:pt x="97081" y="106223"/>
                    <a:pt x="98249" y="106036"/>
                    <a:pt x="99533" y="105733"/>
                  </a:cubicBezTo>
                  <a:close/>
                  <a:moveTo>
                    <a:pt x="70628" y="80727"/>
                  </a:moveTo>
                  <a:lnTo>
                    <a:pt x="75204" y="84042"/>
                  </a:lnTo>
                  <a:lnTo>
                    <a:pt x="54284" y="107577"/>
                  </a:lnTo>
                  <a:lnTo>
                    <a:pt x="36190" y="117033"/>
                  </a:lnTo>
                  <a:lnTo>
                    <a:pt x="34625" y="110800"/>
                  </a:lnTo>
                  <a:cubicBezTo>
                    <a:pt x="34835" y="110800"/>
                    <a:pt x="35022" y="110800"/>
                    <a:pt x="35209" y="110706"/>
                  </a:cubicBezTo>
                  <a:cubicBezTo>
                    <a:pt x="35793" y="110496"/>
                    <a:pt x="46206" y="105640"/>
                    <a:pt x="48354" y="104659"/>
                  </a:cubicBezTo>
                  <a:cubicBezTo>
                    <a:pt x="48447" y="104566"/>
                    <a:pt x="48541" y="104566"/>
                    <a:pt x="48634" y="104472"/>
                  </a:cubicBezTo>
                  <a:lnTo>
                    <a:pt x="64301" y="90066"/>
                  </a:lnTo>
                  <a:cubicBezTo>
                    <a:pt x="64394" y="90066"/>
                    <a:pt x="64394" y="89973"/>
                    <a:pt x="64511" y="89880"/>
                  </a:cubicBezTo>
                  <a:cubicBezTo>
                    <a:pt x="64511" y="89880"/>
                    <a:pt x="66262" y="87451"/>
                    <a:pt x="67896" y="84930"/>
                  </a:cubicBezTo>
                  <a:cubicBezTo>
                    <a:pt x="68877" y="83459"/>
                    <a:pt x="69764" y="82291"/>
                    <a:pt x="70231" y="81427"/>
                  </a:cubicBezTo>
                  <a:cubicBezTo>
                    <a:pt x="70441" y="81124"/>
                    <a:pt x="70535" y="80937"/>
                    <a:pt x="70628" y="80727"/>
                  </a:cubicBezTo>
                  <a:close/>
                  <a:moveTo>
                    <a:pt x="17021" y="53690"/>
                  </a:moveTo>
                  <a:lnTo>
                    <a:pt x="18001" y="54951"/>
                  </a:lnTo>
                  <a:lnTo>
                    <a:pt x="24912" y="87545"/>
                  </a:lnTo>
                  <a:cubicBezTo>
                    <a:pt x="24912" y="87731"/>
                    <a:pt x="24912" y="87848"/>
                    <a:pt x="25006" y="87942"/>
                  </a:cubicBezTo>
                  <a:lnTo>
                    <a:pt x="28018" y="92611"/>
                  </a:lnTo>
                  <a:lnTo>
                    <a:pt x="28788" y="97374"/>
                  </a:lnTo>
                  <a:cubicBezTo>
                    <a:pt x="28905" y="97374"/>
                    <a:pt x="28905" y="97374"/>
                    <a:pt x="28905" y="97468"/>
                  </a:cubicBezTo>
                  <a:lnTo>
                    <a:pt x="33948" y="118201"/>
                  </a:lnTo>
                  <a:lnTo>
                    <a:pt x="33855" y="118294"/>
                  </a:lnTo>
                  <a:lnTo>
                    <a:pt x="25099" y="119742"/>
                  </a:lnTo>
                  <a:cubicBezTo>
                    <a:pt x="25006" y="119158"/>
                    <a:pt x="24912" y="118574"/>
                    <a:pt x="24702" y="117804"/>
                  </a:cubicBezTo>
                  <a:cubicBezTo>
                    <a:pt x="24235" y="114885"/>
                    <a:pt x="23652" y="110986"/>
                    <a:pt x="23255" y="108278"/>
                  </a:cubicBezTo>
                  <a:cubicBezTo>
                    <a:pt x="23161" y="107788"/>
                    <a:pt x="22764" y="107391"/>
                    <a:pt x="22367" y="107204"/>
                  </a:cubicBezTo>
                  <a:cubicBezTo>
                    <a:pt x="22181" y="106317"/>
                    <a:pt x="21901" y="105359"/>
                    <a:pt x="21690" y="104379"/>
                  </a:cubicBezTo>
                  <a:cubicBezTo>
                    <a:pt x="19753" y="95810"/>
                    <a:pt x="17815" y="87148"/>
                    <a:pt x="17698" y="87148"/>
                  </a:cubicBezTo>
                  <a:cubicBezTo>
                    <a:pt x="17698" y="86868"/>
                    <a:pt x="17511" y="86564"/>
                    <a:pt x="17231" y="86377"/>
                  </a:cubicBezTo>
                  <a:lnTo>
                    <a:pt x="6608" y="78789"/>
                  </a:lnTo>
                  <a:lnTo>
                    <a:pt x="6724" y="66251"/>
                  </a:lnTo>
                  <a:lnTo>
                    <a:pt x="13332" y="65761"/>
                  </a:lnTo>
                  <a:cubicBezTo>
                    <a:pt x="13729" y="65667"/>
                    <a:pt x="14009" y="65457"/>
                    <a:pt x="14312" y="65177"/>
                  </a:cubicBezTo>
                  <a:cubicBezTo>
                    <a:pt x="14499" y="64967"/>
                    <a:pt x="14593" y="64593"/>
                    <a:pt x="14499" y="64197"/>
                  </a:cubicBezTo>
                  <a:lnTo>
                    <a:pt x="12445" y="55161"/>
                  </a:lnTo>
                  <a:lnTo>
                    <a:pt x="17021" y="53690"/>
                  </a:lnTo>
                  <a:close/>
                  <a:moveTo>
                    <a:pt x="101284" y="113321"/>
                  </a:moveTo>
                  <a:lnTo>
                    <a:pt x="102825" y="120139"/>
                  </a:lnTo>
                  <a:lnTo>
                    <a:pt x="99323" y="120722"/>
                  </a:lnTo>
                  <a:lnTo>
                    <a:pt x="97782" y="113905"/>
                  </a:lnTo>
                  <a:lnTo>
                    <a:pt x="101284" y="113321"/>
                  </a:lnTo>
                  <a:close/>
                  <a:moveTo>
                    <a:pt x="93579" y="106994"/>
                  </a:moveTo>
                  <a:lnTo>
                    <a:pt x="96895" y="121119"/>
                  </a:lnTo>
                  <a:lnTo>
                    <a:pt x="94560" y="121493"/>
                  </a:lnTo>
                  <a:cubicBezTo>
                    <a:pt x="93299" y="116543"/>
                    <a:pt x="91641" y="110029"/>
                    <a:pt x="91058" y="107577"/>
                  </a:cubicBezTo>
                  <a:cubicBezTo>
                    <a:pt x="91641" y="107484"/>
                    <a:pt x="92529" y="107297"/>
                    <a:pt x="93579" y="106994"/>
                  </a:cubicBezTo>
                  <a:close/>
                  <a:moveTo>
                    <a:pt x="66729" y="101740"/>
                  </a:moveTo>
                  <a:lnTo>
                    <a:pt x="71212" y="105826"/>
                  </a:lnTo>
                  <a:lnTo>
                    <a:pt x="67429" y="109235"/>
                  </a:lnTo>
                  <a:cubicBezTo>
                    <a:pt x="67313" y="109329"/>
                    <a:pt x="67313" y="109329"/>
                    <a:pt x="67219" y="109445"/>
                  </a:cubicBezTo>
                  <a:lnTo>
                    <a:pt x="55545" y="121890"/>
                  </a:lnTo>
                  <a:cubicBezTo>
                    <a:pt x="54191" y="123057"/>
                    <a:pt x="52136" y="124715"/>
                    <a:pt x="49708" y="126466"/>
                  </a:cubicBezTo>
                  <a:lnTo>
                    <a:pt x="46113" y="117991"/>
                  </a:lnTo>
                  <a:lnTo>
                    <a:pt x="57296" y="112154"/>
                  </a:lnTo>
                  <a:cubicBezTo>
                    <a:pt x="57600" y="111967"/>
                    <a:pt x="57880" y="111780"/>
                    <a:pt x="58090" y="111570"/>
                  </a:cubicBezTo>
                  <a:lnTo>
                    <a:pt x="66729" y="101740"/>
                  </a:lnTo>
                  <a:close/>
                  <a:moveTo>
                    <a:pt x="74224" y="108651"/>
                  </a:moveTo>
                  <a:lnTo>
                    <a:pt x="75601" y="109912"/>
                  </a:lnTo>
                  <a:lnTo>
                    <a:pt x="74434" y="110613"/>
                  </a:lnTo>
                  <a:lnTo>
                    <a:pt x="74224" y="110800"/>
                  </a:lnTo>
                  <a:lnTo>
                    <a:pt x="60612" y="124808"/>
                  </a:lnTo>
                  <a:lnTo>
                    <a:pt x="51950" y="131719"/>
                  </a:lnTo>
                  <a:lnTo>
                    <a:pt x="51366" y="130249"/>
                  </a:lnTo>
                  <a:cubicBezTo>
                    <a:pt x="55358" y="127423"/>
                    <a:pt x="58090" y="125089"/>
                    <a:pt x="58277" y="124902"/>
                  </a:cubicBezTo>
                  <a:lnTo>
                    <a:pt x="58370" y="124808"/>
                  </a:lnTo>
                  <a:lnTo>
                    <a:pt x="70138" y="112247"/>
                  </a:lnTo>
                  <a:lnTo>
                    <a:pt x="74224" y="108651"/>
                  </a:lnTo>
                  <a:close/>
                  <a:moveTo>
                    <a:pt x="163883" y="1"/>
                  </a:moveTo>
                  <a:cubicBezTo>
                    <a:pt x="163003" y="1"/>
                    <a:pt x="162139" y="452"/>
                    <a:pt x="161592" y="1250"/>
                  </a:cubicBezTo>
                  <a:lnTo>
                    <a:pt x="142820" y="30739"/>
                  </a:lnTo>
                  <a:lnTo>
                    <a:pt x="128018" y="20816"/>
                  </a:lnTo>
                  <a:cubicBezTo>
                    <a:pt x="127829" y="20655"/>
                    <a:pt x="127586" y="20575"/>
                    <a:pt x="127340" y="20575"/>
                  </a:cubicBezTo>
                  <a:cubicBezTo>
                    <a:pt x="126977" y="20575"/>
                    <a:pt x="126606" y="20748"/>
                    <a:pt x="126383" y="21096"/>
                  </a:cubicBezTo>
                  <a:cubicBezTo>
                    <a:pt x="125986" y="21586"/>
                    <a:pt x="126080" y="22357"/>
                    <a:pt x="126570" y="22753"/>
                  </a:cubicBezTo>
                  <a:lnTo>
                    <a:pt x="129675" y="25392"/>
                  </a:lnTo>
                  <a:lnTo>
                    <a:pt x="123348" y="27913"/>
                  </a:lnTo>
                  <a:lnTo>
                    <a:pt x="113915" y="11173"/>
                  </a:lnTo>
                  <a:cubicBezTo>
                    <a:pt x="113822" y="11079"/>
                    <a:pt x="113729" y="10893"/>
                    <a:pt x="113635" y="10799"/>
                  </a:cubicBezTo>
                  <a:lnTo>
                    <a:pt x="103222" y="3491"/>
                  </a:lnTo>
                  <a:cubicBezTo>
                    <a:pt x="103029" y="3335"/>
                    <a:pt x="102793" y="3258"/>
                    <a:pt x="102553" y="3258"/>
                  </a:cubicBezTo>
                  <a:cubicBezTo>
                    <a:pt x="102183" y="3258"/>
                    <a:pt x="101805" y="3441"/>
                    <a:pt x="101564" y="3795"/>
                  </a:cubicBezTo>
                  <a:cubicBezTo>
                    <a:pt x="101378" y="3982"/>
                    <a:pt x="101284" y="4378"/>
                    <a:pt x="101378" y="4659"/>
                  </a:cubicBezTo>
                  <a:cubicBezTo>
                    <a:pt x="101378" y="4962"/>
                    <a:pt x="101564" y="5242"/>
                    <a:pt x="101868" y="5429"/>
                  </a:cubicBezTo>
                  <a:lnTo>
                    <a:pt x="111978" y="12644"/>
                  </a:lnTo>
                  <a:lnTo>
                    <a:pt x="121807" y="30061"/>
                  </a:lnTo>
                  <a:cubicBezTo>
                    <a:pt x="122018" y="30500"/>
                    <a:pt x="122453" y="30715"/>
                    <a:pt x="122904" y="30715"/>
                  </a:cubicBezTo>
                  <a:cubicBezTo>
                    <a:pt x="123053" y="30715"/>
                    <a:pt x="123203" y="30692"/>
                    <a:pt x="123348" y="30645"/>
                  </a:cubicBezTo>
                  <a:lnTo>
                    <a:pt x="132501" y="26839"/>
                  </a:lnTo>
                  <a:lnTo>
                    <a:pt x="132594" y="26839"/>
                  </a:lnTo>
                  <a:lnTo>
                    <a:pt x="140275" y="31999"/>
                  </a:lnTo>
                  <a:lnTo>
                    <a:pt x="114989" y="44654"/>
                  </a:lnTo>
                  <a:lnTo>
                    <a:pt x="95237" y="10986"/>
                  </a:lnTo>
                  <a:cubicBezTo>
                    <a:pt x="95047" y="10653"/>
                    <a:pt x="94673" y="10417"/>
                    <a:pt x="94270" y="10417"/>
                  </a:cubicBezTo>
                  <a:cubicBezTo>
                    <a:pt x="94080" y="10417"/>
                    <a:pt x="93883" y="10469"/>
                    <a:pt x="93696" y="10589"/>
                  </a:cubicBezTo>
                  <a:cubicBezTo>
                    <a:pt x="93112" y="10893"/>
                    <a:pt x="92809" y="11570"/>
                    <a:pt x="93112" y="12153"/>
                  </a:cubicBezTo>
                  <a:lnTo>
                    <a:pt x="98249" y="23150"/>
                  </a:lnTo>
                  <a:lnTo>
                    <a:pt x="74807" y="39097"/>
                  </a:lnTo>
                  <a:lnTo>
                    <a:pt x="60425" y="19438"/>
                  </a:lnTo>
                  <a:cubicBezTo>
                    <a:pt x="60137" y="19164"/>
                    <a:pt x="59786" y="19011"/>
                    <a:pt x="59426" y="19011"/>
                  </a:cubicBezTo>
                  <a:cubicBezTo>
                    <a:pt x="59173" y="19011"/>
                    <a:pt x="58915" y="19087"/>
                    <a:pt x="58674" y="19251"/>
                  </a:cubicBezTo>
                  <a:cubicBezTo>
                    <a:pt x="58090" y="19648"/>
                    <a:pt x="57973" y="20419"/>
                    <a:pt x="58370" y="20909"/>
                  </a:cubicBezTo>
                  <a:lnTo>
                    <a:pt x="72869" y="40451"/>
                  </a:lnTo>
                  <a:lnTo>
                    <a:pt x="70138" y="42319"/>
                  </a:lnTo>
                  <a:lnTo>
                    <a:pt x="65095" y="45705"/>
                  </a:lnTo>
                  <a:lnTo>
                    <a:pt x="57693" y="34614"/>
                  </a:lnTo>
                  <a:lnTo>
                    <a:pt x="50198" y="22660"/>
                  </a:lnTo>
                  <a:cubicBezTo>
                    <a:pt x="49941" y="22281"/>
                    <a:pt x="49526" y="22070"/>
                    <a:pt x="49107" y="22070"/>
                  </a:cubicBezTo>
                  <a:cubicBezTo>
                    <a:pt x="48881" y="22070"/>
                    <a:pt x="48652" y="22132"/>
                    <a:pt x="48447" y="22263"/>
                  </a:cubicBezTo>
                  <a:cubicBezTo>
                    <a:pt x="48050" y="22567"/>
                    <a:pt x="47864" y="23057"/>
                    <a:pt x="47957" y="23524"/>
                  </a:cubicBezTo>
                  <a:cubicBezTo>
                    <a:pt x="47957" y="23641"/>
                    <a:pt x="48050" y="23828"/>
                    <a:pt x="48167" y="23921"/>
                  </a:cubicBezTo>
                  <a:lnTo>
                    <a:pt x="55639" y="35992"/>
                  </a:lnTo>
                  <a:lnTo>
                    <a:pt x="60705" y="43580"/>
                  </a:lnTo>
                  <a:lnTo>
                    <a:pt x="47467" y="36576"/>
                  </a:lnTo>
                  <a:cubicBezTo>
                    <a:pt x="47306" y="36455"/>
                    <a:pt x="47138" y="36404"/>
                    <a:pt x="46971" y="36404"/>
                  </a:cubicBezTo>
                  <a:cubicBezTo>
                    <a:pt x="46846" y="36404"/>
                    <a:pt x="46722" y="36432"/>
                    <a:pt x="46603" y="36482"/>
                  </a:cubicBezTo>
                  <a:lnTo>
                    <a:pt x="11767" y="44537"/>
                  </a:lnTo>
                  <a:cubicBezTo>
                    <a:pt x="10693" y="42903"/>
                    <a:pt x="8359" y="38910"/>
                    <a:pt x="7682" y="37836"/>
                  </a:cubicBezTo>
                  <a:lnTo>
                    <a:pt x="7588" y="36856"/>
                  </a:lnTo>
                  <a:cubicBezTo>
                    <a:pt x="7401" y="35315"/>
                    <a:pt x="7308" y="32093"/>
                    <a:pt x="7191" y="29268"/>
                  </a:cubicBezTo>
                  <a:cubicBezTo>
                    <a:pt x="7191" y="28639"/>
                    <a:pt x="6688" y="28090"/>
                    <a:pt x="6148" y="28090"/>
                  </a:cubicBezTo>
                  <a:cubicBezTo>
                    <a:pt x="6107" y="28090"/>
                    <a:pt x="6065" y="28094"/>
                    <a:pt x="6024" y="28100"/>
                  </a:cubicBezTo>
                  <a:cubicBezTo>
                    <a:pt x="5347" y="28100"/>
                    <a:pt x="4763" y="28591"/>
                    <a:pt x="4763" y="29268"/>
                  </a:cubicBezTo>
                  <a:cubicBezTo>
                    <a:pt x="4856" y="33564"/>
                    <a:pt x="4973" y="35899"/>
                    <a:pt x="5160" y="37159"/>
                  </a:cubicBezTo>
                  <a:lnTo>
                    <a:pt x="5160" y="37253"/>
                  </a:lnTo>
                  <a:lnTo>
                    <a:pt x="5160" y="37346"/>
                  </a:lnTo>
                  <a:cubicBezTo>
                    <a:pt x="5160" y="37650"/>
                    <a:pt x="5253" y="37836"/>
                    <a:pt x="5253" y="38117"/>
                  </a:cubicBezTo>
                  <a:cubicBezTo>
                    <a:pt x="5253" y="38327"/>
                    <a:pt x="5347" y="38514"/>
                    <a:pt x="5347" y="38607"/>
                  </a:cubicBezTo>
                  <a:lnTo>
                    <a:pt x="8172" y="55161"/>
                  </a:lnTo>
                  <a:cubicBezTo>
                    <a:pt x="8172" y="55534"/>
                    <a:pt x="8359" y="55838"/>
                    <a:pt x="8662" y="56025"/>
                  </a:cubicBezTo>
                  <a:cubicBezTo>
                    <a:pt x="8895" y="56134"/>
                    <a:pt x="9087" y="56179"/>
                    <a:pt x="9286" y="56179"/>
                  </a:cubicBezTo>
                  <a:cubicBezTo>
                    <a:pt x="9427" y="56179"/>
                    <a:pt x="9572" y="56157"/>
                    <a:pt x="9736" y="56118"/>
                  </a:cubicBezTo>
                  <a:lnTo>
                    <a:pt x="10110" y="56025"/>
                  </a:lnTo>
                  <a:lnTo>
                    <a:pt x="11767" y="63426"/>
                  </a:lnTo>
                  <a:lnTo>
                    <a:pt x="5440" y="63916"/>
                  </a:lnTo>
                  <a:cubicBezTo>
                    <a:pt x="4763" y="63916"/>
                    <a:pt x="4273" y="64500"/>
                    <a:pt x="4273" y="65084"/>
                  </a:cubicBezTo>
                  <a:lnTo>
                    <a:pt x="4179" y="79466"/>
                  </a:lnTo>
                  <a:cubicBezTo>
                    <a:pt x="4179" y="79863"/>
                    <a:pt x="4389" y="80260"/>
                    <a:pt x="4763" y="80447"/>
                  </a:cubicBezTo>
                  <a:lnTo>
                    <a:pt x="15480" y="88128"/>
                  </a:lnTo>
                  <a:cubicBezTo>
                    <a:pt x="16834" y="93965"/>
                    <a:pt x="18492" y="101157"/>
                    <a:pt x="19939" y="107484"/>
                  </a:cubicBezTo>
                  <a:cubicBezTo>
                    <a:pt x="14593" y="108278"/>
                    <a:pt x="2522" y="110122"/>
                    <a:pt x="887" y="110706"/>
                  </a:cubicBezTo>
                  <a:cubicBezTo>
                    <a:pt x="397" y="110986"/>
                    <a:pt x="0" y="111477"/>
                    <a:pt x="93" y="112060"/>
                  </a:cubicBezTo>
                  <a:cubicBezTo>
                    <a:pt x="93" y="112154"/>
                    <a:pt x="187" y="112247"/>
                    <a:pt x="187" y="112364"/>
                  </a:cubicBezTo>
                  <a:cubicBezTo>
                    <a:pt x="427" y="112826"/>
                    <a:pt x="902" y="113098"/>
                    <a:pt x="1380" y="113098"/>
                  </a:cubicBezTo>
                  <a:cubicBezTo>
                    <a:pt x="1505" y="113098"/>
                    <a:pt x="1630" y="113080"/>
                    <a:pt x="1751" y="113041"/>
                  </a:cubicBezTo>
                  <a:cubicBezTo>
                    <a:pt x="2919" y="112551"/>
                    <a:pt x="13145" y="110986"/>
                    <a:pt x="20430" y="109912"/>
                  </a:cubicBezTo>
                  <a:cubicBezTo>
                    <a:pt x="21200" y="113134"/>
                    <a:pt x="21784" y="116053"/>
                    <a:pt x="22274" y="118294"/>
                  </a:cubicBezTo>
                  <a:cubicBezTo>
                    <a:pt x="22367" y="118971"/>
                    <a:pt x="22484" y="119648"/>
                    <a:pt x="22578" y="120139"/>
                  </a:cubicBezTo>
                  <a:lnTo>
                    <a:pt x="5160" y="123057"/>
                  </a:lnTo>
                  <a:cubicBezTo>
                    <a:pt x="3689" y="123337"/>
                    <a:pt x="2638" y="124715"/>
                    <a:pt x="2919" y="126256"/>
                  </a:cubicBezTo>
                  <a:cubicBezTo>
                    <a:pt x="3195" y="127594"/>
                    <a:pt x="4339" y="128526"/>
                    <a:pt x="5633" y="128526"/>
                  </a:cubicBezTo>
                  <a:cubicBezTo>
                    <a:pt x="5762" y="128526"/>
                    <a:pt x="5893" y="128516"/>
                    <a:pt x="6024" y="128497"/>
                  </a:cubicBezTo>
                  <a:lnTo>
                    <a:pt x="35116" y="123548"/>
                  </a:lnTo>
                  <a:cubicBezTo>
                    <a:pt x="35419" y="123548"/>
                    <a:pt x="35699" y="123454"/>
                    <a:pt x="36003" y="123337"/>
                  </a:cubicBezTo>
                  <a:lnTo>
                    <a:pt x="43871" y="119158"/>
                  </a:lnTo>
                  <a:lnTo>
                    <a:pt x="47677" y="127820"/>
                  </a:lnTo>
                  <a:cubicBezTo>
                    <a:pt x="42213" y="131509"/>
                    <a:pt x="35606" y="135128"/>
                    <a:pt x="30936" y="135128"/>
                  </a:cubicBezTo>
                  <a:cubicBezTo>
                    <a:pt x="23068" y="135012"/>
                    <a:pt x="12841" y="131813"/>
                    <a:pt x="8942" y="130645"/>
                  </a:cubicBezTo>
                  <a:cubicBezTo>
                    <a:pt x="7892" y="130342"/>
                    <a:pt x="7401" y="130155"/>
                    <a:pt x="7098" y="130062"/>
                  </a:cubicBezTo>
                  <a:cubicBezTo>
                    <a:pt x="6978" y="130041"/>
                    <a:pt x="6857" y="130031"/>
                    <a:pt x="6737" y="130031"/>
                  </a:cubicBezTo>
                  <a:cubicBezTo>
                    <a:pt x="5776" y="130031"/>
                    <a:pt x="4836" y="130672"/>
                    <a:pt x="4670" y="131626"/>
                  </a:cubicBezTo>
                  <a:cubicBezTo>
                    <a:pt x="4576" y="131906"/>
                    <a:pt x="4576" y="132210"/>
                    <a:pt x="4670" y="132397"/>
                  </a:cubicBezTo>
                  <a:cubicBezTo>
                    <a:pt x="4763" y="133167"/>
                    <a:pt x="5347" y="133844"/>
                    <a:pt x="6234" y="134054"/>
                  </a:cubicBezTo>
                  <a:cubicBezTo>
                    <a:pt x="6421" y="134148"/>
                    <a:pt x="7098" y="134334"/>
                    <a:pt x="7775" y="134545"/>
                  </a:cubicBezTo>
                  <a:cubicBezTo>
                    <a:pt x="12164" y="135899"/>
                    <a:pt x="22367" y="139004"/>
                    <a:pt x="30936" y="139214"/>
                  </a:cubicBezTo>
                  <a:cubicBezTo>
                    <a:pt x="35419" y="139214"/>
                    <a:pt x="41443" y="136763"/>
                    <a:pt x="48751" y="132000"/>
                  </a:cubicBezTo>
                  <a:cubicBezTo>
                    <a:pt x="48938" y="131906"/>
                    <a:pt x="49124" y="131813"/>
                    <a:pt x="49335" y="131719"/>
                  </a:cubicBezTo>
                  <a:lnTo>
                    <a:pt x="50385" y="134148"/>
                  </a:lnTo>
                  <a:cubicBezTo>
                    <a:pt x="50502" y="134545"/>
                    <a:pt x="50782" y="134825"/>
                    <a:pt x="51179" y="134825"/>
                  </a:cubicBezTo>
                  <a:cubicBezTo>
                    <a:pt x="51316" y="134859"/>
                    <a:pt x="51456" y="134881"/>
                    <a:pt x="51593" y="134881"/>
                  </a:cubicBezTo>
                  <a:cubicBezTo>
                    <a:pt x="51831" y="134881"/>
                    <a:pt x="52061" y="134816"/>
                    <a:pt x="52253" y="134638"/>
                  </a:cubicBezTo>
                  <a:lnTo>
                    <a:pt x="62176" y="126653"/>
                  </a:lnTo>
                  <a:cubicBezTo>
                    <a:pt x="62269" y="126560"/>
                    <a:pt x="62269" y="126560"/>
                    <a:pt x="62363" y="126560"/>
                  </a:cubicBezTo>
                  <a:lnTo>
                    <a:pt x="75881" y="112644"/>
                  </a:lnTo>
                  <a:lnTo>
                    <a:pt x="76862" y="111967"/>
                  </a:lnTo>
                  <a:cubicBezTo>
                    <a:pt x="77236" y="113531"/>
                    <a:pt x="77936" y="115866"/>
                    <a:pt x="78613" y="118201"/>
                  </a:cubicBezTo>
                  <a:cubicBezTo>
                    <a:pt x="80948" y="126256"/>
                    <a:pt x="81135" y="126746"/>
                    <a:pt x="81321" y="126956"/>
                  </a:cubicBezTo>
                  <a:cubicBezTo>
                    <a:pt x="81575" y="127330"/>
                    <a:pt x="81982" y="127540"/>
                    <a:pt x="82394" y="127540"/>
                  </a:cubicBezTo>
                  <a:cubicBezTo>
                    <a:pt x="82627" y="127540"/>
                    <a:pt x="82862" y="127473"/>
                    <a:pt x="83073" y="127330"/>
                  </a:cubicBezTo>
                  <a:cubicBezTo>
                    <a:pt x="83563" y="126956"/>
                    <a:pt x="83773" y="126256"/>
                    <a:pt x="83470" y="125672"/>
                  </a:cubicBezTo>
                  <a:cubicBezTo>
                    <a:pt x="82979" y="124808"/>
                    <a:pt x="80948" y="117500"/>
                    <a:pt x="78987" y="110613"/>
                  </a:cubicBezTo>
                  <a:lnTo>
                    <a:pt x="85711" y="106317"/>
                  </a:lnTo>
                  <a:cubicBezTo>
                    <a:pt x="85804" y="106223"/>
                    <a:pt x="85898" y="106223"/>
                    <a:pt x="85991" y="106036"/>
                  </a:cubicBezTo>
                  <a:lnTo>
                    <a:pt x="92996" y="97374"/>
                  </a:lnTo>
                  <a:lnTo>
                    <a:pt x="100397" y="90650"/>
                  </a:lnTo>
                  <a:lnTo>
                    <a:pt x="103409" y="93195"/>
                  </a:lnTo>
                  <a:lnTo>
                    <a:pt x="104973" y="102137"/>
                  </a:lnTo>
                  <a:cubicBezTo>
                    <a:pt x="104086" y="102324"/>
                    <a:pt x="102825" y="102534"/>
                    <a:pt x="101471" y="102814"/>
                  </a:cubicBezTo>
                  <a:lnTo>
                    <a:pt x="100000" y="96487"/>
                  </a:lnTo>
                  <a:cubicBezTo>
                    <a:pt x="99921" y="95992"/>
                    <a:pt x="99422" y="95581"/>
                    <a:pt x="98860" y="95581"/>
                  </a:cubicBezTo>
                  <a:cubicBezTo>
                    <a:pt x="98759" y="95581"/>
                    <a:pt x="98656" y="95595"/>
                    <a:pt x="98552" y="95623"/>
                  </a:cubicBezTo>
                  <a:cubicBezTo>
                    <a:pt x="97875" y="95717"/>
                    <a:pt x="97478" y="96394"/>
                    <a:pt x="97665" y="97071"/>
                  </a:cubicBezTo>
                  <a:lnTo>
                    <a:pt x="99043" y="103305"/>
                  </a:lnTo>
                  <a:cubicBezTo>
                    <a:pt x="98552" y="103398"/>
                    <a:pt x="98155" y="103492"/>
                    <a:pt x="97665" y="103608"/>
                  </a:cubicBezTo>
                  <a:cubicBezTo>
                    <a:pt x="95237" y="104075"/>
                    <a:pt x="93299" y="104566"/>
                    <a:pt x="91945" y="104869"/>
                  </a:cubicBezTo>
                  <a:cubicBezTo>
                    <a:pt x="91058" y="105056"/>
                    <a:pt x="90381" y="105243"/>
                    <a:pt x="89984" y="105453"/>
                  </a:cubicBezTo>
                  <a:cubicBezTo>
                    <a:pt x="89400" y="105546"/>
                    <a:pt x="88233" y="105943"/>
                    <a:pt x="88443" y="107110"/>
                  </a:cubicBezTo>
                  <a:cubicBezTo>
                    <a:pt x="88536" y="107694"/>
                    <a:pt x="91548" y="119555"/>
                    <a:pt x="92529" y="123244"/>
                  </a:cubicBezTo>
                  <a:cubicBezTo>
                    <a:pt x="92613" y="123770"/>
                    <a:pt x="93096" y="124145"/>
                    <a:pt x="93686" y="124145"/>
                  </a:cubicBezTo>
                  <a:cubicBezTo>
                    <a:pt x="93751" y="124145"/>
                    <a:pt x="93816" y="124141"/>
                    <a:pt x="93883" y="124131"/>
                  </a:cubicBezTo>
                  <a:lnTo>
                    <a:pt x="104483" y="122380"/>
                  </a:lnTo>
                  <a:cubicBezTo>
                    <a:pt x="104786" y="122287"/>
                    <a:pt x="105067" y="122077"/>
                    <a:pt x="105253" y="121797"/>
                  </a:cubicBezTo>
                  <a:cubicBezTo>
                    <a:pt x="105463" y="121493"/>
                    <a:pt x="105557" y="121213"/>
                    <a:pt x="105463" y="120816"/>
                  </a:cubicBezTo>
                  <a:lnTo>
                    <a:pt x="101961" y="105243"/>
                  </a:lnTo>
                  <a:cubicBezTo>
                    <a:pt x="103502" y="104962"/>
                    <a:pt x="105067" y="104659"/>
                    <a:pt x="106631" y="104285"/>
                  </a:cubicBezTo>
                  <a:cubicBezTo>
                    <a:pt x="107215" y="104192"/>
                    <a:pt x="107705" y="103608"/>
                    <a:pt x="107588" y="102908"/>
                  </a:cubicBezTo>
                  <a:lnTo>
                    <a:pt x="105744" y="92308"/>
                  </a:lnTo>
                  <a:cubicBezTo>
                    <a:pt x="105744" y="92028"/>
                    <a:pt x="105557" y="91724"/>
                    <a:pt x="105370" y="91537"/>
                  </a:cubicBezTo>
                  <a:lnTo>
                    <a:pt x="102241" y="89016"/>
                  </a:lnTo>
                  <a:lnTo>
                    <a:pt x="106141" y="85397"/>
                  </a:lnTo>
                  <a:lnTo>
                    <a:pt x="110040" y="98939"/>
                  </a:lnTo>
                  <a:cubicBezTo>
                    <a:pt x="111791" y="106410"/>
                    <a:pt x="116344" y="126069"/>
                    <a:pt x="116647" y="127237"/>
                  </a:cubicBezTo>
                  <a:cubicBezTo>
                    <a:pt x="116732" y="127848"/>
                    <a:pt x="117215" y="128231"/>
                    <a:pt x="117807" y="128231"/>
                  </a:cubicBezTo>
                  <a:cubicBezTo>
                    <a:pt x="117871" y="128231"/>
                    <a:pt x="117936" y="128226"/>
                    <a:pt x="118001" y="128217"/>
                  </a:cubicBezTo>
                  <a:cubicBezTo>
                    <a:pt x="118678" y="128124"/>
                    <a:pt x="119075" y="127423"/>
                    <a:pt x="118982" y="126840"/>
                  </a:cubicBezTo>
                  <a:cubicBezTo>
                    <a:pt x="118795" y="125299"/>
                    <a:pt x="112748" y="99406"/>
                    <a:pt x="112468" y="98355"/>
                  </a:cubicBezTo>
                  <a:lnTo>
                    <a:pt x="112468" y="98238"/>
                  </a:lnTo>
                  <a:lnTo>
                    <a:pt x="108289" y="83949"/>
                  </a:lnTo>
                  <a:lnTo>
                    <a:pt x="122297" y="79279"/>
                  </a:lnTo>
                  <a:lnTo>
                    <a:pt x="127551" y="78883"/>
                  </a:lnTo>
                  <a:lnTo>
                    <a:pt x="129395" y="89880"/>
                  </a:lnTo>
                  <a:lnTo>
                    <a:pt x="125309" y="90860"/>
                  </a:lnTo>
                  <a:cubicBezTo>
                    <a:pt x="124726" y="91047"/>
                    <a:pt x="124329" y="91631"/>
                    <a:pt x="124422" y="92214"/>
                  </a:cubicBezTo>
                  <a:lnTo>
                    <a:pt x="125403" y="97958"/>
                  </a:lnTo>
                  <a:lnTo>
                    <a:pt x="117138" y="99219"/>
                  </a:lnTo>
                  <a:cubicBezTo>
                    <a:pt x="116834" y="99312"/>
                    <a:pt x="116554" y="99522"/>
                    <a:pt x="116344" y="99803"/>
                  </a:cubicBezTo>
                  <a:cubicBezTo>
                    <a:pt x="116157" y="99989"/>
                    <a:pt x="116063" y="100386"/>
                    <a:pt x="116157" y="100690"/>
                  </a:cubicBezTo>
                  <a:lnTo>
                    <a:pt x="116157" y="100783"/>
                  </a:lnTo>
                  <a:lnTo>
                    <a:pt x="120336" y="118481"/>
                  </a:lnTo>
                  <a:cubicBezTo>
                    <a:pt x="120526" y="119092"/>
                    <a:pt x="121096" y="119475"/>
                    <a:pt x="121703" y="119475"/>
                  </a:cubicBezTo>
                  <a:cubicBezTo>
                    <a:pt x="121769" y="119475"/>
                    <a:pt x="121835" y="119471"/>
                    <a:pt x="121901" y="119462"/>
                  </a:cubicBezTo>
                  <a:cubicBezTo>
                    <a:pt x="122484" y="119252"/>
                    <a:pt x="122975" y="118574"/>
                    <a:pt x="122764" y="117991"/>
                  </a:cubicBezTo>
                  <a:lnTo>
                    <a:pt x="118889" y="101460"/>
                  </a:lnTo>
                  <a:lnTo>
                    <a:pt x="126967" y="100199"/>
                  </a:lnTo>
                  <a:cubicBezTo>
                    <a:pt x="127247" y="100199"/>
                    <a:pt x="127551" y="99989"/>
                    <a:pt x="127738" y="99709"/>
                  </a:cubicBezTo>
                  <a:cubicBezTo>
                    <a:pt x="127924" y="99522"/>
                    <a:pt x="128018" y="99125"/>
                    <a:pt x="128018" y="98822"/>
                  </a:cubicBezTo>
                  <a:lnTo>
                    <a:pt x="127060" y="92985"/>
                  </a:lnTo>
                  <a:lnTo>
                    <a:pt x="129769" y="92308"/>
                  </a:lnTo>
                  <a:cubicBezTo>
                    <a:pt x="129886" y="92401"/>
                    <a:pt x="129886" y="92518"/>
                    <a:pt x="129979" y="92611"/>
                  </a:cubicBezTo>
                  <a:lnTo>
                    <a:pt x="138828" y="106130"/>
                  </a:lnTo>
                  <a:cubicBezTo>
                    <a:pt x="139108" y="110122"/>
                    <a:pt x="139505" y="115959"/>
                    <a:pt x="139412" y="116917"/>
                  </a:cubicBezTo>
                  <a:cubicBezTo>
                    <a:pt x="139412" y="117617"/>
                    <a:pt x="139995" y="118201"/>
                    <a:pt x="140672" y="118201"/>
                  </a:cubicBezTo>
                  <a:cubicBezTo>
                    <a:pt x="141350" y="118201"/>
                    <a:pt x="141840" y="117711"/>
                    <a:pt x="141933" y="117033"/>
                  </a:cubicBezTo>
                  <a:cubicBezTo>
                    <a:pt x="141933" y="115563"/>
                    <a:pt x="141350" y="106714"/>
                    <a:pt x="141256" y="105640"/>
                  </a:cubicBezTo>
                  <a:cubicBezTo>
                    <a:pt x="141256" y="105453"/>
                    <a:pt x="141163" y="105243"/>
                    <a:pt x="141069" y="105056"/>
                  </a:cubicBezTo>
                  <a:lnTo>
                    <a:pt x="132220" y="91631"/>
                  </a:lnTo>
                  <a:lnTo>
                    <a:pt x="136493" y="90650"/>
                  </a:lnTo>
                  <a:cubicBezTo>
                    <a:pt x="136890" y="90557"/>
                    <a:pt x="137077" y="90370"/>
                    <a:pt x="137264" y="90066"/>
                  </a:cubicBezTo>
                  <a:cubicBezTo>
                    <a:pt x="137474" y="89693"/>
                    <a:pt x="137474" y="89389"/>
                    <a:pt x="137357" y="89016"/>
                  </a:cubicBezTo>
                  <a:lnTo>
                    <a:pt x="135606" y="84042"/>
                  </a:lnTo>
                  <a:lnTo>
                    <a:pt x="144945" y="82478"/>
                  </a:lnTo>
                  <a:cubicBezTo>
                    <a:pt x="145832" y="86191"/>
                    <a:pt x="147490" y="93288"/>
                    <a:pt x="147677" y="94269"/>
                  </a:cubicBezTo>
                  <a:cubicBezTo>
                    <a:pt x="147761" y="94879"/>
                    <a:pt x="148243" y="95337"/>
                    <a:pt x="148832" y="95337"/>
                  </a:cubicBezTo>
                  <a:cubicBezTo>
                    <a:pt x="148897" y="95337"/>
                    <a:pt x="148964" y="95331"/>
                    <a:pt x="149031" y="95320"/>
                  </a:cubicBezTo>
                  <a:cubicBezTo>
                    <a:pt x="149731" y="95133"/>
                    <a:pt x="150198" y="94549"/>
                    <a:pt x="150012" y="93872"/>
                  </a:cubicBezTo>
                  <a:cubicBezTo>
                    <a:pt x="149825" y="92518"/>
                    <a:pt x="147187" y="81217"/>
                    <a:pt x="147000" y="80844"/>
                  </a:cubicBezTo>
                  <a:cubicBezTo>
                    <a:pt x="146916" y="80214"/>
                    <a:pt x="146436" y="79849"/>
                    <a:pt x="145849" y="79849"/>
                  </a:cubicBezTo>
                  <a:cubicBezTo>
                    <a:pt x="145782" y="79849"/>
                    <a:pt x="145714" y="79854"/>
                    <a:pt x="145646" y="79863"/>
                  </a:cubicBezTo>
                  <a:lnTo>
                    <a:pt x="133855" y="81801"/>
                  </a:lnTo>
                  <a:cubicBezTo>
                    <a:pt x="133481" y="81894"/>
                    <a:pt x="133178" y="82105"/>
                    <a:pt x="132991" y="82385"/>
                  </a:cubicBezTo>
                  <a:cubicBezTo>
                    <a:pt x="132804" y="82688"/>
                    <a:pt x="132804" y="83062"/>
                    <a:pt x="132897" y="83459"/>
                  </a:cubicBezTo>
                  <a:lnTo>
                    <a:pt x="134649" y="88619"/>
                  </a:lnTo>
                  <a:lnTo>
                    <a:pt x="131730" y="89296"/>
                  </a:lnTo>
                  <a:lnTo>
                    <a:pt x="129769" y="77435"/>
                  </a:lnTo>
                  <a:cubicBezTo>
                    <a:pt x="129675" y="76758"/>
                    <a:pt x="129092" y="76361"/>
                    <a:pt x="128508" y="76361"/>
                  </a:cubicBezTo>
                  <a:lnTo>
                    <a:pt x="121994" y="76851"/>
                  </a:lnTo>
                  <a:lnTo>
                    <a:pt x="121597" y="76851"/>
                  </a:lnTo>
                  <a:lnTo>
                    <a:pt x="110717" y="80540"/>
                  </a:lnTo>
                  <a:lnTo>
                    <a:pt x="124912" y="64383"/>
                  </a:lnTo>
                  <a:lnTo>
                    <a:pt x="131520" y="63333"/>
                  </a:lnTo>
                  <a:lnTo>
                    <a:pt x="138735" y="75380"/>
                  </a:lnTo>
                  <a:lnTo>
                    <a:pt x="134929" y="77342"/>
                  </a:lnTo>
                  <a:cubicBezTo>
                    <a:pt x="134345" y="77622"/>
                    <a:pt x="134065" y="78299"/>
                    <a:pt x="134345" y="78976"/>
                  </a:cubicBezTo>
                  <a:cubicBezTo>
                    <a:pt x="134555" y="79380"/>
                    <a:pt x="134988" y="79605"/>
                    <a:pt x="135429" y="79605"/>
                  </a:cubicBezTo>
                  <a:cubicBezTo>
                    <a:pt x="135625" y="79605"/>
                    <a:pt x="135823" y="79560"/>
                    <a:pt x="136003" y="79466"/>
                  </a:cubicBezTo>
                  <a:lnTo>
                    <a:pt x="140976" y="77038"/>
                  </a:lnTo>
                  <a:cubicBezTo>
                    <a:pt x="141256" y="76851"/>
                    <a:pt x="141560" y="76548"/>
                    <a:pt x="141653" y="76268"/>
                  </a:cubicBezTo>
                  <a:cubicBezTo>
                    <a:pt x="141746" y="75964"/>
                    <a:pt x="141653" y="75590"/>
                    <a:pt x="141443" y="75287"/>
                  </a:cubicBezTo>
                  <a:lnTo>
                    <a:pt x="133271" y="61371"/>
                  </a:lnTo>
                  <a:lnTo>
                    <a:pt x="139598" y="56328"/>
                  </a:lnTo>
                  <a:cubicBezTo>
                    <a:pt x="142424" y="59714"/>
                    <a:pt x="145249" y="63216"/>
                    <a:pt x="145739" y="64010"/>
                  </a:cubicBezTo>
                  <a:cubicBezTo>
                    <a:pt x="145832" y="64383"/>
                    <a:pt x="146113" y="65667"/>
                    <a:pt x="146813" y="68960"/>
                  </a:cubicBezTo>
                  <a:cubicBezTo>
                    <a:pt x="149148" y="79957"/>
                    <a:pt x="156432" y="113415"/>
                    <a:pt x="156526" y="115959"/>
                  </a:cubicBezTo>
                  <a:cubicBezTo>
                    <a:pt x="156526" y="116637"/>
                    <a:pt x="157109" y="117127"/>
                    <a:pt x="157787" y="117127"/>
                  </a:cubicBezTo>
                  <a:cubicBezTo>
                    <a:pt x="158487" y="117127"/>
                    <a:pt x="158954" y="116543"/>
                    <a:pt x="158954" y="115866"/>
                  </a:cubicBezTo>
                  <a:cubicBezTo>
                    <a:pt x="158861" y="114395"/>
                    <a:pt x="157016" y="105056"/>
                    <a:pt x="154494" y="93288"/>
                  </a:cubicBezTo>
                  <a:cubicBezTo>
                    <a:pt x="157506" y="92308"/>
                    <a:pt x="167032" y="89599"/>
                    <a:pt x="173757" y="87731"/>
                  </a:cubicBezTo>
                  <a:lnTo>
                    <a:pt x="176955" y="99616"/>
                  </a:lnTo>
                  <a:cubicBezTo>
                    <a:pt x="177049" y="99896"/>
                    <a:pt x="177259" y="100199"/>
                    <a:pt x="177632" y="100386"/>
                  </a:cubicBezTo>
                  <a:cubicBezTo>
                    <a:pt x="177784" y="100433"/>
                    <a:pt x="177959" y="100456"/>
                    <a:pt x="178132" y="100456"/>
                  </a:cubicBezTo>
                  <a:cubicBezTo>
                    <a:pt x="178304" y="100456"/>
                    <a:pt x="178473" y="100433"/>
                    <a:pt x="178613" y="100386"/>
                  </a:cubicBezTo>
                  <a:lnTo>
                    <a:pt x="191361" y="94946"/>
                  </a:lnTo>
                  <a:cubicBezTo>
                    <a:pt x="191945" y="94643"/>
                    <a:pt x="192225" y="93965"/>
                    <a:pt x="192038" y="93288"/>
                  </a:cubicBezTo>
                  <a:cubicBezTo>
                    <a:pt x="191834" y="92862"/>
                    <a:pt x="191355" y="92585"/>
                    <a:pt x="190884" y="92585"/>
                  </a:cubicBezTo>
                  <a:cubicBezTo>
                    <a:pt x="190711" y="92585"/>
                    <a:pt x="190538" y="92623"/>
                    <a:pt x="190381" y="92705"/>
                  </a:cubicBezTo>
                  <a:lnTo>
                    <a:pt x="178917" y="97561"/>
                  </a:lnTo>
                  <a:lnTo>
                    <a:pt x="175788" y="85887"/>
                  </a:lnTo>
                  <a:cubicBezTo>
                    <a:pt x="175695" y="85607"/>
                    <a:pt x="175414" y="85303"/>
                    <a:pt x="175204" y="85117"/>
                  </a:cubicBezTo>
                  <a:cubicBezTo>
                    <a:pt x="175006" y="85050"/>
                    <a:pt x="174750" y="84984"/>
                    <a:pt x="174517" y="84984"/>
                  </a:cubicBezTo>
                  <a:cubicBezTo>
                    <a:pt x="174421" y="84984"/>
                    <a:pt x="174329" y="84996"/>
                    <a:pt x="174247" y="85023"/>
                  </a:cubicBezTo>
                  <a:cubicBezTo>
                    <a:pt x="169087" y="86471"/>
                    <a:pt x="158090" y="89599"/>
                    <a:pt x="154004" y="90954"/>
                  </a:cubicBezTo>
                  <a:cubicBezTo>
                    <a:pt x="152533" y="83762"/>
                    <a:pt x="150782" y="75871"/>
                    <a:pt x="149241" y="68376"/>
                  </a:cubicBezTo>
                  <a:cubicBezTo>
                    <a:pt x="148657" y="65667"/>
                    <a:pt x="148167" y="63613"/>
                    <a:pt x="148167" y="63426"/>
                  </a:cubicBezTo>
                  <a:cubicBezTo>
                    <a:pt x="148074" y="63123"/>
                    <a:pt x="148074" y="62842"/>
                    <a:pt x="145832" y="60111"/>
                  </a:cubicBezTo>
                  <a:lnTo>
                    <a:pt x="147677" y="58546"/>
                  </a:lnTo>
                  <a:cubicBezTo>
                    <a:pt x="149031" y="60694"/>
                    <a:pt x="150409" y="62842"/>
                    <a:pt x="151483" y="64687"/>
                  </a:cubicBezTo>
                  <a:cubicBezTo>
                    <a:pt x="153420" y="67886"/>
                    <a:pt x="154098" y="69053"/>
                    <a:pt x="154775" y="69637"/>
                  </a:cubicBezTo>
                  <a:cubicBezTo>
                    <a:pt x="155172" y="69940"/>
                    <a:pt x="155755" y="70430"/>
                    <a:pt x="166355" y="73839"/>
                  </a:cubicBezTo>
                  <a:cubicBezTo>
                    <a:pt x="172006" y="75590"/>
                    <a:pt x="178520" y="77622"/>
                    <a:pt x="183096" y="79093"/>
                  </a:cubicBezTo>
                  <a:cubicBezTo>
                    <a:pt x="184173" y="79406"/>
                    <a:pt x="185273" y="79564"/>
                    <a:pt x="186401" y="79564"/>
                  </a:cubicBezTo>
                  <a:cubicBezTo>
                    <a:pt x="188722" y="79564"/>
                    <a:pt x="191166" y="78895"/>
                    <a:pt x="193789" y="77528"/>
                  </a:cubicBezTo>
                  <a:cubicBezTo>
                    <a:pt x="196801" y="75871"/>
                    <a:pt x="199626" y="73442"/>
                    <a:pt x="202055" y="71294"/>
                  </a:cubicBezTo>
                  <a:cubicBezTo>
                    <a:pt x="203806" y="69847"/>
                    <a:pt x="205370" y="68469"/>
                    <a:pt x="206724" y="67699"/>
                  </a:cubicBezTo>
                  <a:cubicBezTo>
                    <a:pt x="207711" y="67125"/>
                    <a:pt x="208783" y="66907"/>
                    <a:pt x="209860" y="66907"/>
                  </a:cubicBezTo>
                  <a:cubicBezTo>
                    <a:pt x="212071" y="66907"/>
                    <a:pt x="214307" y="67826"/>
                    <a:pt x="215877" y="68469"/>
                  </a:cubicBezTo>
                  <a:cubicBezTo>
                    <a:pt x="216984" y="68900"/>
                    <a:pt x="217713" y="69187"/>
                    <a:pt x="218476" y="69187"/>
                  </a:cubicBezTo>
                  <a:cubicBezTo>
                    <a:pt x="218581" y="69187"/>
                    <a:pt x="218687" y="69181"/>
                    <a:pt x="218795" y="69170"/>
                  </a:cubicBezTo>
                  <a:cubicBezTo>
                    <a:pt x="219869" y="68960"/>
                    <a:pt x="220640" y="67886"/>
                    <a:pt x="220453" y="66835"/>
                  </a:cubicBezTo>
                  <a:cubicBezTo>
                    <a:pt x="220243" y="65854"/>
                    <a:pt x="219472" y="65177"/>
                    <a:pt x="218492" y="65084"/>
                  </a:cubicBezTo>
                  <a:cubicBezTo>
                    <a:pt x="218211" y="64967"/>
                    <a:pt x="217815" y="64874"/>
                    <a:pt x="217441" y="64687"/>
                  </a:cubicBezTo>
                  <a:cubicBezTo>
                    <a:pt x="215746" y="63997"/>
                    <a:pt x="212932" y="62824"/>
                    <a:pt x="209848" y="62824"/>
                  </a:cubicBezTo>
                  <a:cubicBezTo>
                    <a:pt x="208133" y="62824"/>
                    <a:pt x="206335" y="63187"/>
                    <a:pt x="204600" y="64197"/>
                  </a:cubicBezTo>
                  <a:cubicBezTo>
                    <a:pt x="203035" y="65177"/>
                    <a:pt x="201284" y="66625"/>
                    <a:pt x="199440" y="68189"/>
                  </a:cubicBezTo>
                  <a:cubicBezTo>
                    <a:pt x="195454" y="71677"/>
                    <a:pt x="191042" y="75454"/>
                    <a:pt x="186569" y="75454"/>
                  </a:cubicBezTo>
                  <a:cubicBezTo>
                    <a:pt x="185801" y="75454"/>
                    <a:pt x="185032" y="75343"/>
                    <a:pt x="184263" y="75100"/>
                  </a:cubicBezTo>
                  <a:cubicBezTo>
                    <a:pt x="166659" y="69753"/>
                    <a:pt x="158861" y="67115"/>
                    <a:pt x="157413" y="66438"/>
                  </a:cubicBezTo>
                  <a:cubicBezTo>
                    <a:pt x="156923" y="65854"/>
                    <a:pt x="155849" y="64103"/>
                    <a:pt x="154985" y="62539"/>
                  </a:cubicBezTo>
                  <a:cubicBezTo>
                    <a:pt x="153701" y="60601"/>
                    <a:pt x="152253" y="58173"/>
                    <a:pt x="150782" y="55838"/>
                  </a:cubicBezTo>
                  <a:lnTo>
                    <a:pt x="152160" y="54670"/>
                  </a:lnTo>
                  <a:cubicBezTo>
                    <a:pt x="155078" y="58266"/>
                    <a:pt x="157320" y="60881"/>
                    <a:pt x="157693" y="61371"/>
                  </a:cubicBezTo>
                  <a:cubicBezTo>
                    <a:pt x="157903" y="61862"/>
                    <a:pt x="158370" y="62749"/>
                    <a:pt x="164791" y="65761"/>
                  </a:cubicBezTo>
                  <a:cubicBezTo>
                    <a:pt x="168410" y="67419"/>
                    <a:pt x="172379" y="69053"/>
                    <a:pt x="174831" y="69847"/>
                  </a:cubicBezTo>
                  <a:cubicBezTo>
                    <a:pt x="176528" y="70425"/>
                    <a:pt x="179174" y="70622"/>
                    <a:pt x="181977" y="70622"/>
                  </a:cubicBezTo>
                  <a:cubicBezTo>
                    <a:pt x="187656" y="70622"/>
                    <a:pt x="193982" y="69816"/>
                    <a:pt x="194373" y="69753"/>
                  </a:cubicBezTo>
                  <a:cubicBezTo>
                    <a:pt x="194677" y="69753"/>
                    <a:pt x="194957" y="69637"/>
                    <a:pt x="195144" y="69356"/>
                  </a:cubicBezTo>
                  <a:cubicBezTo>
                    <a:pt x="197969" y="66251"/>
                    <a:pt x="201284" y="62842"/>
                    <a:pt x="201774" y="62445"/>
                  </a:cubicBezTo>
                  <a:cubicBezTo>
                    <a:pt x="202358" y="62048"/>
                    <a:pt x="202452" y="61278"/>
                    <a:pt x="202055" y="60788"/>
                  </a:cubicBezTo>
                  <a:cubicBezTo>
                    <a:pt x="201832" y="60440"/>
                    <a:pt x="201461" y="60267"/>
                    <a:pt x="201074" y="60267"/>
                  </a:cubicBezTo>
                  <a:cubicBezTo>
                    <a:pt x="200810" y="60267"/>
                    <a:pt x="200540" y="60347"/>
                    <a:pt x="200303" y="60508"/>
                  </a:cubicBezTo>
                  <a:cubicBezTo>
                    <a:pt x="199626" y="60998"/>
                    <a:pt x="195354" y="65551"/>
                    <a:pt x="193603" y="67419"/>
                  </a:cubicBezTo>
                  <a:cubicBezTo>
                    <a:pt x="191068" y="67708"/>
                    <a:pt x="186170" y="68160"/>
                    <a:pt x="181936" y="68160"/>
                  </a:cubicBezTo>
                  <a:cubicBezTo>
                    <a:pt x="179344" y="68160"/>
                    <a:pt x="177002" y="67991"/>
                    <a:pt x="175601" y="67512"/>
                  </a:cubicBezTo>
                  <a:cubicBezTo>
                    <a:pt x="173850" y="66928"/>
                    <a:pt x="171118" y="65854"/>
                    <a:pt x="168410" y="64687"/>
                  </a:cubicBezTo>
                  <a:lnTo>
                    <a:pt x="172496" y="58453"/>
                  </a:lnTo>
                  <a:cubicBezTo>
                    <a:pt x="181929" y="59340"/>
                    <a:pt x="182886" y="59433"/>
                    <a:pt x="183096" y="59433"/>
                  </a:cubicBezTo>
                  <a:cubicBezTo>
                    <a:pt x="183470" y="59340"/>
                    <a:pt x="187555" y="59130"/>
                    <a:pt x="192225" y="58850"/>
                  </a:cubicBezTo>
                  <a:cubicBezTo>
                    <a:pt x="192377" y="58896"/>
                    <a:pt x="192499" y="58920"/>
                    <a:pt x="192610" y="58920"/>
                  </a:cubicBezTo>
                  <a:cubicBezTo>
                    <a:pt x="192721" y="58920"/>
                    <a:pt x="192820" y="58896"/>
                    <a:pt x="192925" y="58850"/>
                  </a:cubicBezTo>
                  <a:cubicBezTo>
                    <a:pt x="195540" y="58663"/>
                    <a:pt x="198179" y="58546"/>
                    <a:pt x="200397" y="58453"/>
                  </a:cubicBezTo>
                  <a:cubicBezTo>
                    <a:pt x="200794" y="58359"/>
                    <a:pt x="201097" y="58173"/>
                    <a:pt x="201378" y="57869"/>
                  </a:cubicBezTo>
                  <a:cubicBezTo>
                    <a:pt x="201564" y="57589"/>
                    <a:pt x="201564" y="57192"/>
                    <a:pt x="201471" y="56795"/>
                  </a:cubicBezTo>
                  <a:lnTo>
                    <a:pt x="196311" y="40848"/>
                  </a:lnTo>
                  <a:cubicBezTo>
                    <a:pt x="196311" y="40662"/>
                    <a:pt x="196124" y="40451"/>
                    <a:pt x="196031" y="40358"/>
                  </a:cubicBezTo>
                  <a:lnTo>
                    <a:pt x="192132" y="36669"/>
                  </a:lnTo>
                  <a:cubicBezTo>
                    <a:pt x="190474" y="35198"/>
                    <a:pt x="189423" y="34241"/>
                    <a:pt x="188723" y="33657"/>
                  </a:cubicBezTo>
                  <a:lnTo>
                    <a:pt x="195540" y="23244"/>
                  </a:lnTo>
                  <a:cubicBezTo>
                    <a:pt x="195727" y="22940"/>
                    <a:pt x="195844" y="22660"/>
                    <a:pt x="195727" y="22357"/>
                  </a:cubicBezTo>
                  <a:lnTo>
                    <a:pt x="194957" y="17500"/>
                  </a:lnTo>
                  <a:cubicBezTo>
                    <a:pt x="194863" y="17220"/>
                    <a:pt x="194677" y="16823"/>
                    <a:pt x="194280" y="16636"/>
                  </a:cubicBezTo>
                  <a:lnTo>
                    <a:pt x="166355" y="1343"/>
                  </a:lnTo>
                  <a:cubicBezTo>
                    <a:pt x="166355" y="1343"/>
                    <a:pt x="166262" y="1250"/>
                    <a:pt x="166169" y="1250"/>
                  </a:cubicBezTo>
                  <a:cubicBezTo>
                    <a:pt x="165958" y="970"/>
                    <a:pt x="165678" y="666"/>
                    <a:pt x="165375" y="479"/>
                  </a:cubicBezTo>
                  <a:cubicBezTo>
                    <a:pt x="164911" y="153"/>
                    <a:pt x="164394" y="1"/>
                    <a:pt x="1638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5"/>
            <p:cNvSpPr/>
            <p:nvPr/>
          </p:nvSpPr>
          <p:spPr>
            <a:xfrm>
              <a:off x="4900325" y="975325"/>
              <a:ext cx="140700" cy="177475"/>
            </a:xfrm>
            <a:custGeom>
              <a:avLst/>
              <a:gdLst/>
              <a:ahLst/>
              <a:cxnLst/>
              <a:rect l="l" t="t" r="r" b="b"/>
              <a:pathLst>
                <a:path w="5628" h="7099" extrusionOk="0">
                  <a:moveTo>
                    <a:pt x="3199" y="1"/>
                  </a:moveTo>
                  <a:lnTo>
                    <a:pt x="1" y="5137"/>
                  </a:lnTo>
                  <a:cubicBezTo>
                    <a:pt x="1" y="5137"/>
                    <a:pt x="1262" y="5931"/>
                    <a:pt x="2919" y="7099"/>
                  </a:cubicBezTo>
                  <a:cubicBezTo>
                    <a:pt x="3690" y="5254"/>
                    <a:pt x="4670" y="3386"/>
                    <a:pt x="5628" y="1635"/>
                  </a:cubicBezTo>
                  <a:cubicBezTo>
                    <a:pt x="4857" y="1051"/>
                    <a:pt x="4087" y="584"/>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25"/>
            <p:cNvSpPr/>
            <p:nvPr/>
          </p:nvSpPr>
          <p:spPr>
            <a:xfrm>
              <a:off x="3922625" y="1109000"/>
              <a:ext cx="165225" cy="155300"/>
            </a:xfrm>
            <a:custGeom>
              <a:avLst/>
              <a:gdLst/>
              <a:ahLst/>
              <a:cxnLst/>
              <a:rect l="l" t="t" r="r" b="b"/>
              <a:pathLst>
                <a:path w="6609" h="6212" extrusionOk="0">
                  <a:moveTo>
                    <a:pt x="5161" y="1"/>
                  </a:moveTo>
                  <a:lnTo>
                    <a:pt x="1" y="3106"/>
                  </a:lnTo>
                  <a:cubicBezTo>
                    <a:pt x="1" y="3106"/>
                    <a:pt x="678" y="4367"/>
                    <a:pt x="1658" y="6211"/>
                  </a:cubicBezTo>
                  <a:cubicBezTo>
                    <a:pt x="3199" y="4950"/>
                    <a:pt x="4857" y="3690"/>
                    <a:pt x="6608" y="2615"/>
                  </a:cubicBezTo>
                  <a:cubicBezTo>
                    <a:pt x="6118" y="1752"/>
                    <a:pt x="5628" y="864"/>
                    <a:pt x="516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25"/>
            <p:cNvSpPr/>
            <p:nvPr/>
          </p:nvSpPr>
          <p:spPr>
            <a:xfrm>
              <a:off x="5133825" y="1135850"/>
              <a:ext cx="189725" cy="199175"/>
            </a:xfrm>
            <a:custGeom>
              <a:avLst/>
              <a:gdLst/>
              <a:ahLst/>
              <a:cxnLst/>
              <a:rect l="l" t="t" r="r" b="b"/>
              <a:pathLst>
                <a:path w="7589" h="7967" extrusionOk="0">
                  <a:moveTo>
                    <a:pt x="3012" y="1"/>
                  </a:moveTo>
                  <a:cubicBezTo>
                    <a:pt x="2031" y="1635"/>
                    <a:pt x="957" y="3293"/>
                    <a:pt x="0" y="5044"/>
                  </a:cubicBezTo>
                  <a:cubicBezTo>
                    <a:pt x="2439" y="6647"/>
                    <a:pt x="4441" y="7967"/>
                    <a:pt x="4654" y="7967"/>
                  </a:cubicBezTo>
                  <a:cubicBezTo>
                    <a:pt x="4661" y="7967"/>
                    <a:pt x="4667" y="7965"/>
                    <a:pt x="4670" y="7962"/>
                  </a:cubicBezTo>
                  <a:cubicBezTo>
                    <a:pt x="4670" y="7869"/>
                    <a:pt x="5930" y="5931"/>
                    <a:pt x="7588" y="3386"/>
                  </a:cubicBezTo>
                  <a:cubicBezTo>
                    <a:pt x="6024" y="2219"/>
                    <a:pt x="4576" y="1051"/>
                    <a:pt x="30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25"/>
            <p:cNvSpPr/>
            <p:nvPr/>
          </p:nvSpPr>
          <p:spPr>
            <a:xfrm>
              <a:off x="4985550" y="1030775"/>
              <a:ext cx="177475" cy="199650"/>
            </a:xfrm>
            <a:custGeom>
              <a:avLst/>
              <a:gdLst/>
              <a:ahLst/>
              <a:cxnLst/>
              <a:rect l="l" t="t" r="r" b="b"/>
              <a:pathLst>
                <a:path w="7099" h="7986" extrusionOk="0">
                  <a:moveTo>
                    <a:pt x="3199" y="1"/>
                  </a:moveTo>
                  <a:cubicBezTo>
                    <a:pt x="2709" y="585"/>
                    <a:pt x="2335" y="1168"/>
                    <a:pt x="1939" y="1752"/>
                  </a:cubicBezTo>
                  <a:cubicBezTo>
                    <a:pt x="1261" y="2919"/>
                    <a:pt x="584" y="3993"/>
                    <a:pt x="1" y="5254"/>
                  </a:cubicBezTo>
                  <a:cubicBezTo>
                    <a:pt x="1168" y="6048"/>
                    <a:pt x="2616" y="7005"/>
                    <a:pt x="3970" y="7986"/>
                  </a:cubicBezTo>
                  <a:cubicBezTo>
                    <a:pt x="4273" y="7496"/>
                    <a:pt x="4460" y="7122"/>
                    <a:pt x="4670" y="6632"/>
                  </a:cubicBezTo>
                  <a:cubicBezTo>
                    <a:pt x="5441" y="5371"/>
                    <a:pt x="6211" y="3993"/>
                    <a:pt x="7098" y="2733"/>
                  </a:cubicBezTo>
                  <a:cubicBezTo>
                    <a:pt x="5721" y="1869"/>
                    <a:pt x="4460" y="888"/>
                    <a:pt x="3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5"/>
            <p:cNvSpPr/>
            <p:nvPr/>
          </p:nvSpPr>
          <p:spPr>
            <a:xfrm>
              <a:off x="5172350" y="790300"/>
              <a:ext cx="158200" cy="165200"/>
            </a:xfrm>
            <a:custGeom>
              <a:avLst/>
              <a:gdLst/>
              <a:ahLst/>
              <a:cxnLst/>
              <a:rect l="l" t="t" r="r" b="b"/>
              <a:pathLst>
                <a:path w="6328" h="6608" extrusionOk="0">
                  <a:moveTo>
                    <a:pt x="2545" y="0"/>
                  </a:moveTo>
                  <a:cubicBezTo>
                    <a:pt x="1868" y="1448"/>
                    <a:pt x="981" y="2826"/>
                    <a:pt x="0" y="4086"/>
                  </a:cubicBezTo>
                  <a:cubicBezTo>
                    <a:pt x="1167" y="4950"/>
                    <a:pt x="2335" y="5837"/>
                    <a:pt x="3502" y="6608"/>
                  </a:cubicBezTo>
                  <a:cubicBezTo>
                    <a:pt x="4483" y="5254"/>
                    <a:pt x="5370" y="3783"/>
                    <a:pt x="6327" y="2335"/>
                  </a:cubicBezTo>
                  <a:lnTo>
                    <a:pt x="25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25"/>
            <p:cNvSpPr/>
            <p:nvPr/>
          </p:nvSpPr>
          <p:spPr>
            <a:xfrm>
              <a:off x="5077775" y="926300"/>
              <a:ext cx="143625" cy="153550"/>
            </a:xfrm>
            <a:custGeom>
              <a:avLst/>
              <a:gdLst/>
              <a:ahLst/>
              <a:cxnLst/>
              <a:rect l="l" t="t" r="r" b="b"/>
              <a:pathLst>
                <a:path w="5745" h="6142" extrusionOk="0">
                  <a:moveTo>
                    <a:pt x="2826" y="1"/>
                  </a:moveTo>
                  <a:cubicBezTo>
                    <a:pt x="1845" y="1168"/>
                    <a:pt x="981" y="2335"/>
                    <a:pt x="1" y="3503"/>
                  </a:cubicBezTo>
                  <a:cubicBezTo>
                    <a:pt x="1355" y="4390"/>
                    <a:pt x="2616" y="5254"/>
                    <a:pt x="3900" y="6141"/>
                  </a:cubicBezTo>
                  <a:cubicBezTo>
                    <a:pt x="4483" y="5254"/>
                    <a:pt x="5067" y="4390"/>
                    <a:pt x="5744" y="3409"/>
                  </a:cubicBezTo>
                  <a:cubicBezTo>
                    <a:pt x="4857" y="2242"/>
                    <a:pt x="3783" y="1075"/>
                    <a:pt x="28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25"/>
            <p:cNvSpPr/>
            <p:nvPr/>
          </p:nvSpPr>
          <p:spPr>
            <a:xfrm>
              <a:off x="5306600" y="807225"/>
              <a:ext cx="211325" cy="250425"/>
            </a:xfrm>
            <a:custGeom>
              <a:avLst/>
              <a:gdLst/>
              <a:ahLst/>
              <a:cxnLst/>
              <a:rect l="l" t="t" r="r" b="b"/>
              <a:pathLst>
                <a:path w="8453" h="10017" extrusionOk="0">
                  <a:moveTo>
                    <a:pt x="2615" y="0"/>
                  </a:moveTo>
                  <a:cubicBezTo>
                    <a:pt x="2615" y="0"/>
                    <a:pt x="584" y="4974"/>
                    <a:pt x="0" y="6421"/>
                  </a:cubicBezTo>
                  <a:cubicBezTo>
                    <a:pt x="1634" y="7589"/>
                    <a:pt x="3502" y="8569"/>
                    <a:pt x="4763" y="10017"/>
                  </a:cubicBezTo>
                  <a:cubicBezTo>
                    <a:pt x="6794" y="7005"/>
                    <a:pt x="8452" y="4390"/>
                    <a:pt x="8452" y="4390"/>
                  </a:cubicBezTo>
                  <a:lnTo>
                    <a:pt x="261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5"/>
            <p:cNvSpPr/>
            <p:nvPr/>
          </p:nvSpPr>
          <p:spPr>
            <a:xfrm>
              <a:off x="5223700" y="1013850"/>
              <a:ext cx="167550" cy="180400"/>
            </a:xfrm>
            <a:custGeom>
              <a:avLst/>
              <a:gdLst/>
              <a:ahLst/>
              <a:cxnLst/>
              <a:rect l="l" t="t" r="r" b="b"/>
              <a:pathLst>
                <a:path w="6702" h="7216" extrusionOk="0">
                  <a:moveTo>
                    <a:pt x="2429" y="1"/>
                  </a:moveTo>
                  <a:cubicBezTo>
                    <a:pt x="1658" y="1378"/>
                    <a:pt x="771" y="2639"/>
                    <a:pt x="1" y="3993"/>
                  </a:cubicBezTo>
                  <a:cubicBezTo>
                    <a:pt x="1565" y="5067"/>
                    <a:pt x="3106" y="6141"/>
                    <a:pt x="4670" y="7215"/>
                  </a:cubicBezTo>
                  <a:cubicBezTo>
                    <a:pt x="5347" y="6141"/>
                    <a:pt x="6024" y="5067"/>
                    <a:pt x="6702" y="3993"/>
                  </a:cubicBezTo>
                  <a:cubicBezTo>
                    <a:pt x="5441" y="2429"/>
                    <a:pt x="3993" y="1075"/>
                    <a:pt x="242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5"/>
            <p:cNvSpPr/>
            <p:nvPr/>
          </p:nvSpPr>
          <p:spPr>
            <a:xfrm>
              <a:off x="5077775" y="727250"/>
              <a:ext cx="116775" cy="133700"/>
            </a:xfrm>
            <a:custGeom>
              <a:avLst/>
              <a:gdLst/>
              <a:ahLst/>
              <a:cxnLst/>
              <a:rect l="l" t="t" r="r" b="b"/>
              <a:pathLst>
                <a:path w="4671" h="5348" extrusionOk="0">
                  <a:moveTo>
                    <a:pt x="2242" y="1"/>
                  </a:moveTo>
                  <a:lnTo>
                    <a:pt x="1" y="3596"/>
                  </a:lnTo>
                  <a:cubicBezTo>
                    <a:pt x="771" y="4180"/>
                    <a:pt x="1448" y="4764"/>
                    <a:pt x="2242" y="5348"/>
                  </a:cubicBezTo>
                  <a:cubicBezTo>
                    <a:pt x="2919" y="4180"/>
                    <a:pt x="3690" y="3013"/>
                    <a:pt x="4367" y="1845"/>
                  </a:cubicBezTo>
                  <a:cubicBezTo>
                    <a:pt x="4483" y="1752"/>
                    <a:pt x="4577" y="1542"/>
                    <a:pt x="4670" y="1448"/>
                  </a:cubicBezTo>
                  <a:lnTo>
                    <a:pt x="22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25"/>
            <p:cNvSpPr/>
            <p:nvPr/>
          </p:nvSpPr>
          <p:spPr>
            <a:xfrm>
              <a:off x="4992550" y="848675"/>
              <a:ext cx="119100" cy="148275"/>
            </a:xfrm>
            <a:custGeom>
              <a:avLst/>
              <a:gdLst/>
              <a:ahLst/>
              <a:cxnLst/>
              <a:rect l="l" t="t" r="r" b="b"/>
              <a:pathLst>
                <a:path w="4764" h="5931" extrusionOk="0">
                  <a:moveTo>
                    <a:pt x="2639" y="0"/>
                  </a:moveTo>
                  <a:lnTo>
                    <a:pt x="1" y="4273"/>
                  </a:lnTo>
                  <a:cubicBezTo>
                    <a:pt x="771" y="4857"/>
                    <a:pt x="1659" y="5347"/>
                    <a:pt x="2429" y="5931"/>
                  </a:cubicBezTo>
                  <a:cubicBezTo>
                    <a:pt x="3223" y="4576"/>
                    <a:pt x="3993" y="3199"/>
                    <a:pt x="4764" y="1845"/>
                  </a:cubicBezTo>
                  <a:cubicBezTo>
                    <a:pt x="4087" y="1261"/>
                    <a:pt x="3410" y="584"/>
                    <a:pt x="26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25"/>
            <p:cNvSpPr/>
            <p:nvPr/>
          </p:nvSpPr>
          <p:spPr>
            <a:xfrm>
              <a:off x="4900325" y="2278750"/>
              <a:ext cx="114450" cy="131350"/>
            </a:xfrm>
            <a:custGeom>
              <a:avLst/>
              <a:gdLst/>
              <a:ahLst/>
              <a:cxnLst/>
              <a:rect l="l" t="t" r="r" b="b"/>
              <a:pathLst>
                <a:path w="4578" h="5254" extrusionOk="0">
                  <a:moveTo>
                    <a:pt x="2709" y="0"/>
                  </a:moveTo>
                  <a:cubicBezTo>
                    <a:pt x="1845" y="94"/>
                    <a:pt x="865" y="397"/>
                    <a:pt x="1" y="584"/>
                  </a:cubicBezTo>
                  <a:lnTo>
                    <a:pt x="1845" y="5254"/>
                  </a:lnTo>
                  <a:cubicBezTo>
                    <a:pt x="2709" y="4950"/>
                    <a:pt x="3690" y="4577"/>
                    <a:pt x="4577" y="4273"/>
                  </a:cubicBezTo>
                  <a:cubicBezTo>
                    <a:pt x="3993" y="2825"/>
                    <a:pt x="3293" y="1354"/>
                    <a:pt x="27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5"/>
            <p:cNvSpPr/>
            <p:nvPr/>
          </p:nvSpPr>
          <p:spPr>
            <a:xfrm>
              <a:off x="5269825" y="2514550"/>
              <a:ext cx="116750" cy="133700"/>
            </a:xfrm>
            <a:custGeom>
              <a:avLst/>
              <a:gdLst/>
              <a:ahLst/>
              <a:cxnLst/>
              <a:rect l="l" t="t" r="r" b="b"/>
              <a:pathLst>
                <a:path w="4670" h="5348" extrusionOk="0">
                  <a:moveTo>
                    <a:pt x="2825" y="1"/>
                  </a:moveTo>
                  <a:cubicBezTo>
                    <a:pt x="1845" y="188"/>
                    <a:pt x="981" y="491"/>
                    <a:pt x="0" y="678"/>
                  </a:cubicBezTo>
                  <a:lnTo>
                    <a:pt x="1845" y="5348"/>
                  </a:lnTo>
                  <a:cubicBezTo>
                    <a:pt x="2825" y="5067"/>
                    <a:pt x="3689" y="4671"/>
                    <a:pt x="4670" y="4390"/>
                  </a:cubicBezTo>
                  <a:cubicBezTo>
                    <a:pt x="3993" y="2919"/>
                    <a:pt x="3409" y="1472"/>
                    <a:pt x="28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5"/>
            <p:cNvSpPr/>
            <p:nvPr/>
          </p:nvSpPr>
          <p:spPr>
            <a:xfrm>
              <a:off x="4567050" y="2558350"/>
              <a:ext cx="114425" cy="131350"/>
            </a:xfrm>
            <a:custGeom>
              <a:avLst/>
              <a:gdLst/>
              <a:ahLst/>
              <a:cxnLst/>
              <a:rect l="l" t="t" r="r" b="b"/>
              <a:pathLst>
                <a:path w="4577" h="5254" extrusionOk="0">
                  <a:moveTo>
                    <a:pt x="2732" y="0"/>
                  </a:moveTo>
                  <a:cubicBezTo>
                    <a:pt x="1845" y="187"/>
                    <a:pt x="864" y="397"/>
                    <a:pt x="0" y="584"/>
                  </a:cubicBezTo>
                  <a:lnTo>
                    <a:pt x="1845" y="5253"/>
                  </a:lnTo>
                  <a:cubicBezTo>
                    <a:pt x="2825" y="4973"/>
                    <a:pt x="3689" y="4576"/>
                    <a:pt x="4576" y="4273"/>
                  </a:cubicBezTo>
                  <a:cubicBezTo>
                    <a:pt x="3993" y="2825"/>
                    <a:pt x="3409" y="1471"/>
                    <a:pt x="27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5"/>
            <p:cNvSpPr/>
            <p:nvPr/>
          </p:nvSpPr>
          <p:spPr>
            <a:xfrm>
              <a:off x="3859000" y="2354050"/>
              <a:ext cx="124350" cy="89900"/>
            </a:xfrm>
            <a:custGeom>
              <a:avLst/>
              <a:gdLst/>
              <a:ahLst/>
              <a:cxnLst/>
              <a:rect l="l" t="t" r="r" b="b"/>
              <a:pathLst>
                <a:path w="4974" h="3596" extrusionOk="0">
                  <a:moveTo>
                    <a:pt x="4670" y="0"/>
                  </a:moveTo>
                  <a:cubicBezTo>
                    <a:pt x="3129" y="304"/>
                    <a:pt x="1565" y="584"/>
                    <a:pt x="1" y="771"/>
                  </a:cubicBezTo>
                  <a:lnTo>
                    <a:pt x="1" y="3596"/>
                  </a:lnTo>
                  <a:lnTo>
                    <a:pt x="4974" y="2919"/>
                  </a:lnTo>
                  <a:cubicBezTo>
                    <a:pt x="4881" y="1938"/>
                    <a:pt x="4787" y="981"/>
                    <a:pt x="46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5"/>
            <p:cNvSpPr/>
            <p:nvPr/>
          </p:nvSpPr>
          <p:spPr>
            <a:xfrm>
              <a:off x="1624000" y="2626625"/>
              <a:ext cx="126700" cy="87600"/>
            </a:xfrm>
            <a:custGeom>
              <a:avLst/>
              <a:gdLst/>
              <a:ahLst/>
              <a:cxnLst/>
              <a:rect l="l" t="t" r="r" b="b"/>
              <a:pathLst>
                <a:path w="5068" h="3504" extrusionOk="0">
                  <a:moveTo>
                    <a:pt x="4670" y="1"/>
                  </a:moveTo>
                  <a:cubicBezTo>
                    <a:pt x="3223" y="188"/>
                    <a:pt x="1659" y="491"/>
                    <a:pt x="94" y="678"/>
                  </a:cubicBezTo>
                  <a:cubicBezTo>
                    <a:pt x="1" y="1659"/>
                    <a:pt x="1" y="2616"/>
                    <a:pt x="1" y="3503"/>
                  </a:cubicBezTo>
                  <a:lnTo>
                    <a:pt x="5067" y="2826"/>
                  </a:lnTo>
                  <a:cubicBezTo>
                    <a:pt x="4881" y="1845"/>
                    <a:pt x="4764" y="865"/>
                    <a:pt x="46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6" name="Google Shape;966;p25"/>
          <p:cNvSpPr/>
          <p:nvPr/>
        </p:nvSpPr>
        <p:spPr>
          <a:xfrm>
            <a:off x="0" y="0"/>
            <a:ext cx="2304900" cy="534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5"/>
          <p:cNvSpPr/>
          <p:nvPr/>
        </p:nvSpPr>
        <p:spPr>
          <a:xfrm rot="10800000">
            <a:off x="8769900" y="2519400"/>
            <a:ext cx="374100" cy="2624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25"/>
          <p:cNvGrpSpPr/>
          <p:nvPr/>
        </p:nvGrpSpPr>
        <p:grpSpPr>
          <a:xfrm>
            <a:off x="7602890" y="4173222"/>
            <a:ext cx="1048828" cy="705093"/>
            <a:chOff x="7602890" y="4173222"/>
            <a:chExt cx="1048828" cy="705093"/>
          </a:xfrm>
        </p:grpSpPr>
        <p:grpSp>
          <p:nvGrpSpPr>
            <p:cNvPr id="969" name="Google Shape;969;p25"/>
            <p:cNvGrpSpPr/>
            <p:nvPr/>
          </p:nvGrpSpPr>
          <p:grpSpPr>
            <a:xfrm>
              <a:off x="7602890" y="4387313"/>
              <a:ext cx="244736" cy="491002"/>
              <a:chOff x="3013775" y="4188704"/>
              <a:chExt cx="288842" cy="579490"/>
            </a:xfrm>
          </p:grpSpPr>
          <p:sp>
            <p:nvSpPr>
              <p:cNvPr id="970" name="Google Shape;970;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 name="Google Shape;972;p25"/>
            <p:cNvGrpSpPr/>
            <p:nvPr/>
          </p:nvGrpSpPr>
          <p:grpSpPr>
            <a:xfrm>
              <a:off x="8490457" y="4173222"/>
              <a:ext cx="161261" cy="323529"/>
              <a:chOff x="3013775" y="4188704"/>
              <a:chExt cx="288842" cy="579490"/>
            </a:xfrm>
          </p:grpSpPr>
          <p:sp>
            <p:nvSpPr>
              <p:cNvPr id="973" name="Google Shape;973;p25"/>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5"/>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1_Title and two 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750775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Exo 2 ExtraBold"/>
              <a:buNone/>
              <a:defRPr sz="2800">
                <a:solidFill>
                  <a:schemeClr val="dk1"/>
                </a:solidFill>
                <a:latin typeface="Exo 2 ExtraBold"/>
                <a:ea typeface="Exo 2 ExtraBold"/>
                <a:cs typeface="Exo 2 ExtraBold"/>
                <a:sym typeface="Exo 2 ExtraBold"/>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1pPr>
            <a:lvl2pPr marL="914400" lvl="1"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2pPr>
            <a:lvl3pPr marL="1371600" lvl="2"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3pPr>
            <a:lvl4pPr marL="1828800" lvl="3"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4pPr>
            <a:lvl5pPr marL="2286000" lvl="4"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5pPr>
            <a:lvl6pPr marL="2743200" lvl="5"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6pPr>
            <a:lvl7pPr marL="3200400" lvl="6"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7pPr>
            <a:lvl8pPr marL="3657600" lvl="7"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8pPr>
            <a:lvl9pPr marL="4114800" lvl="8" indent="-304800">
              <a:lnSpc>
                <a:spcPct val="100000"/>
              </a:lnSpc>
              <a:spcBef>
                <a:spcPts val="0"/>
              </a:spcBef>
              <a:spcAft>
                <a:spcPts val="0"/>
              </a:spcAft>
              <a:buClr>
                <a:schemeClr val="dk1"/>
              </a:buClr>
              <a:buSzPts val="1200"/>
              <a:buFont typeface="Exo 2"/>
              <a:buChar char="■"/>
              <a:defRPr sz="1200">
                <a:solidFill>
                  <a:schemeClr val="dk1"/>
                </a:solidFill>
                <a:latin typeface="Exo 2"/>
                <a:ea typeface="Exo 2"/>
                <a:cs typeface="Exo 2"/>
                <a:sym typeface="Exo 2"/>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5" r:id="rId3"/>
    <p:sldLayoutId id="2147483656" r:id="rId4"/>
    <p:sldLayoutId id="2147483658" r:id="rId5"/>
    <p:sldLayoutId id="2147483670" r:id="rId6"/>
    <p:sldLayoutId id="2147483671" r:id="rId7"/>
    <p:sldLayoutId id="214748367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984"/>
        <p:cNvGrpSpPr/>
        <p:nvPr/>
      </p:nvGrpSpPr>
      <p:grpSpPr>
        <a:xfrm>
          <a:off x="0" y="0"/>
          <a:ext cx="0" cy="0"/>
          <a:chOff x="0" y="0"/>
          <a:chExt cx="0" cy="0"/>
        </a:xfrm>
      </p:grpSpPr>
      <p:sp>
        <p:nvSpPr>
          <p:cNvPr id="986" name="Google Shape;986;p29"/>
          <p:cNvSpPr txBox="1">
            <a:spLocks noGrp="1"/>
          </p:cNvSpPr>
          <p:nvPr>
            <p:ph type="ctrTitle"/>
          </p:nvPr>
        </p:nvSpPr>
        <p:spPr>
          <a:xfrm>
            <a:off x="1987107" y="1936955"/>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p>
            <a:pPr lvl="0" algn="ctr"/>
            <a:r>
              <a:rPr lang="ar-SA" sz="2000" b="1" dirty="0">
                <a:solidFill>
                  <a:srgbClr val="3BA0D8"/>
                </a:solidFill>
                <a:latin typeface="Hacen Casablanca" panose="02000000000000000000" pitchFamily="2" charset="-78"/>
                <a:cs typeface="Hacen Casablanca" panose="02000000000000000000" pitchFamily="2" charset="-78"/>
              </a:rPr>
              <a:t>سجل التعثرات </a:t>
            </a:r>
            <a:endParaRPr sz="2000" dirty="0">
              <a:solidFill>
                <a:srgbClr val="3BA0D8"/>
              </a:solidFill>
              <a:latin typeface="Hacen Casablanca" panose="02000000000000000000" pitchFamily="2" charset="-78"/>
              <a:cs typeface="Hacen Casablanca" panose="02000000000000000000" pitchFamily="2" charset="-78"/>
            </a:endParaRPr>
          </a:p>
        </p:txBody>
      </p:sp>
      <p:sp>
        <p:nvSpPr>
          <p:cNvPr id="988" name="Google Shape;988;p29"/>
          <p:cNvSpPr/>
          <p:nvPr/>
        </p:nvSpPr>
        <p:spPr>
          <a:xfrm rot="10800000">
            <a:off x="6233100" y="-50000"/>
            <a:ext cx="374100" cy="1568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29"/>
          <p:cNvGrpSpPr/>
          <p:nvPr/>
        </p:nvGrpSpPr>
        <p:grpSpPr>
          <a:xfrm>
            <a:off x="360961" y="3944139"/>
            <a:ext cx="2419430" cy="1062312"/>
            <a:chOff x="1154787" y="3798667"/>
            <a:chExt cx="2419430" cy="1062312"/>
          </a:xfrm>
        </p:grpSpPr>
        <p:grpSp>
          <p:nvGrpSpPr>
            <p:cNvPr id="990" name="Google Shape;990;p29"/>
            <p:cNvGrpSpPr/>
            <p:nvPr/>
          </p:nvGrpSpPr>
          <p:grpSpPr>
            <a:xfrm>
              <a:off x="2204945" y="4356011"/>
              <a:ext cx="251697" cy="504968"/>
              <a:chOff x="3013775" y="4188704"/>
              <a:chExt cx="288842" cy="579490"/>
            </a:xfrm>
          </p:grpSpPr>
          <p:sp>
            <p:nvSpPr>
              <p:cNvPr id="991" name="Google Shape;991;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3" name="Google Shape;993;p29"/>
            <p:cNvGrpSpPr/>
            <p:nvPr/>
          </p:nvGrpSpPr>
          <p:grpSpPr>
            <a:xfrm>
              <a:off x="3285375" y="3798667"/>
              <a:ext cx="288842" cy="579490"/>
              <a:chOff x="3013775" y="4188704"/>
              <a:chExt cx="288842" cy="579490"/>
            </a:xfrm>
          </p:grpSpPr>
          <p:sp>
            <p:nvSpPr>
              <p:cNvPr id="994" name="Google Shape;994;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29"/>
            <p:cNvGrpSpPr/>
            <p:nvPr/>
          </p:nvGrpSpPr>
          <p:grpSpPr>
            <a:xfrm>
              <a:off x="1154787" y="3897155"/>
              <a:ext cx="190636" cy="382521"/>
              <a:chOff x="3013775" y="4188704"/>
              <a:chExt cx="288842" cy="579490"/>
            </a:xfrm>
          </p:grpSpPr>
          <p:sp>
            <p:nvSpPr>
              <p:cNvPr id="997" name="Google Shape;997;p29"/>
              <p:cNvSpPr/>
              <p:nvPr/>
            </p:nvSpPr>
            <p:spPr>
              <a:xfrm>
                <a:off x="3013775" y="4188704"/>
                <a:ext cx="288842" cy="579490"/>
              </a:xfrm>
              <a:custGeom>
                <a:avLst/>
                <a:gdLst/>
                <a:ahLst/>
                <a:cxnLst/>
                <a:rect l="l" t="t" r="r" b="b"/>
                <a:pathLst>
                  <a:path w="89982" h="180386" extrusionOk="0">
                    <a:moveTo>
                      <a:pt x="45799" y="1"/>
                    </a:moveTo>
                    <a:cubicBezTo>
                      <a:pt x="44926" y="1"/>
                      <a:pt x="44048" y="26"/>
                      <a:pt x="43164" y="77"/>
                    </a:cubicBezTo>
                    <a:cubicBezTo>
                      <a:pt x="21060" y="1556"/>
                      <a:pt x="3308" y="19309"/>
                      <a:pt x="1828" y="41412"/>
                    </a:cubicBezTo>
                    <a:cubicBezTo>
                      <a:pt x="1" y="65692"/>
                      <a:pt x="18536" y="86403"/>
                      <a:pt x="42119" y="88578"/>
                    </a:cubicBezTo>
                    <a:cubicBezTo>
                      <a:pt x="43599" y="88578"/>
                      <a:pt x="44643" y="89971"/>
                      <a:pt x="44643" y="91450"/>
                    </a:cubicBezTo>
                    <a:lnTo>
                      <a:pt x="44643" y="163940"/>
                    </a:lnTo>
                    <a:cubicBezTo>
                      <a:pt x="44643" y="165071"/>
                      <a:pt x="44295" y="166115"/>
                      <a:pt x="43164" y="166464"/>
                    </a:cubicBezTo>
                    <a:cubicBezTo>
                      <a:pt x="40292" y="167943"/>
                      <a:pt x="38116" y="170815"/>
                      <a:pt x="38813" y="174470"/>
                    </a:cubicBezTo>
                    <a:cubicBezTo>
                      <a:pt x="39248" y="177341"/>
                      <a:pt x="41771" y="179952"/>
                      <a:pt x="44991" y="180300"/>
                    </a:cubicBezTo>
                    <a:cubicBezTo>
                      <a:pt x="45353" y="180358"/>
                      <a:pt x="45711" y="180386"/>
                      <a:pt x="46062" y="180386"/>
                    </a:cubicBezTo>
                    <a:cubicBezTo>
                      <a:pt x="49926" y="180386"/>
                      <a:pt x="52997" y="177015"/>
                      <a:pt x="52997" y="173425"/>
                    </a:cubicBezTo>
                    <a:cubicBezTo>
                      <a:pt x="52997" y="170118"/>
                      <a:pt x="51170" y="167595"/>
                      <a:pt x="48646" y="166464"/>
                    </a:cubicBezTo>
                    <a:cubicBezTo>
                      <a:pt x="47515" y="166115"/>
                      <a:pt x="47167" y="165071"/>
                      <a:pt x="47167" y="163940"/>
                    </a:cubicBezTo>
                    <a:lnTo>
                      <a:pt x="47167" y="91450"/>
                    </a:lnTo>
                    <a:cubicBezTo>
                      <a:pt x="47167" y="89971"/>
                      <a:pt x="48298" y="88578"/>
                      <a:pt x="49690" y="88578"/>
                    </a:cubicBezTo>
                    <a:cubicBezTo>
                      <a:pt x="72577" y="86403"/>
                      <a:pt x="89982" y="67519"/>
                      <a:pt x="89982" y="44284"/>
                    </a:cubicBezTo>
                    <a:cubicBezTo>
                      <a:pt x="89982" y="19830"/>
                      <a:pt x="70343" y="1"/>
                      <a:pt x="457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9"/>
              <p:cNvSpPr/>
              <p:nvPr/>
            </p:nvSpPr>
            <p:spPr>
              <a:xfrm>
                <a:off x="3082547" y="4252973"/>
                <a:ext cx="157271" cy="155999"/>
              </a:xfrm>
              <a:custGeom>
                <a:avLst/>
                <a:gdLst/>
                <a:ahLst/>
                <a:cxnLst/>
                <a:rect l="l" t="t" r="r" b="b"/>
                <a:pathLst>
                  <a:path w="48994" h="48560" extrusionOk="0">
                    <a:moveTo>
                      <a:pt x="24366" y="1"/>
                    </a:moveTo>
                    <a:cubicBezTo>
                      <a:pt x="10878" y="1"/>
                      <a:pt x="0" y="10879"/>
                      <a:pt x="0" y="24280"/>
                    </a:cubicBezTo>
                    <a:cubicBezTo>
                      <a:pt x="0" y="37681"/>
                      <a:pt x="10878" y="48559"/>
                      <a:pt x="24366" y="48559"/>
                    </a:cubicBezTo>
                    <a:cubicBezTo>
                      <a:pt x="38116" y="48559"/>
                      <a:pt x="48994" y="37681"/>
                      <a:pt x="48994" y="24280"/>
                    </a:cubicBezTo>
                    <a:cubicBezTo>
                      <a:pt x="48994" y="10879"/>
                      <a:pt x="38116" y="1"/>
                      <a:pt x="243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6" name="Google Shape;1021;p31"/>
          <p:cNvPicPr preferRelativeResize="0">
            <a:picLocks/>
          </p:cNvPicPr>
          <p:nvPr/>
        </p:nvPicPr>
        <p:blipFill>
          <a:blip r:embed="rId3">
            <a:extLst>
              <a:ext uri="{28A0092B-C50C-407E-A947-70E740481C1C}">
                <a14:useLocalDpi xmlns:a14="http://schemas.microsoft.com/office/drawing/2010/main" val="0"/>
              </a:ext>
            </a:extLst>
          </a:blip>
          <a:stretch>
            <a:fillRect/>
          </a:stretch>
        </p:blipFill>
        <p:spPr>
          <a:xfrm>
            <a:off x="6607200" y="0"/>
            <a:ext cx="2527536" cy="4786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9B23-6580-FB2A-4080-AD1D25D1FE17}"/>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مقدمة </a:t>
            </a:r>
            <a:endParaRPr lang="ar-EG" b="1" u="sng" dirty="0">
              <a:solidFill>
                <a:srgbClr val="238C8F"/>
              </a:solidFill>
              <a:latin typeface="Hacen Casablanca" panose="02000000000000000000" pitchFamily="2" charset="-78"/>
              <a:cs typeface="Hacen Casablanca" panose="02000000000000000000" pitchFamily="2" charset="-78"/>
            </a:endParaRPr>
          </a:p>
        </p:txBody>
      </p:sp>
      <p:sp>
        <p:nvSpPr>
          <p:cNvPr id="3" name="TextBox 2">
            <a:extLst>
              <a:ext uri="{FF2B5EF4-FFF2-40B4-BE49-F238E27FC236}">
                <a16:creationId xmlns:a16="http://schemas.microsoft.com/office/drawing/2014/main" id="{7A770DA3-9FF9-B767-06F1-B9059FB2C53A}"/>
              </a:ext>
            </a:extLst>
          </p:cNvPr>
          <p:cNvSpPr txBox="1"/>
          <p:nvPr/>
        </p:nvSpPr>
        <p:spPr>
          <a:xfrm>
            <a:off x="1041010" y="984532"/>
            <a:ext cx="7962314" cy="584775"/>
          </a:xfrm>
          <a:prstGeom prst="rect">
            <a:avLst/>
          </a:prstGeom>
          <a:solidFill>
            <a:srgbClr val="9CC2E5"/>
          </a:solidFill>
        </p:spPr>
        <p:txBody>
          <a:bodyPr wrap="square" rtlCol="0" anchor="ctr">
            <a:spAutoFit/>
          </a:bodyPr>
          <a:lstStyle/>
          <a:p>
            <a:pPr algn="r"/>
            <a:r>
              <a:rPr lang="ar-EG" sz="1600" b="1" dirty="0"/>
              <a:t>مجموعة من تعثرات العمل التي تمت فترة سابقة يتم سردها لتعم الفائدة وزيادة الخبرة، مع ذكر الواقعة بالتفصيل والضرر الواقع وبيان اسبابه والحلول التي كان من الممكن عملها لتفادي الخطا والدروس المستفادة من التعثر</a:t>
            </a:r>
            <a:endParaRPr lang="en-US" sz="1600" b="1" dirty="0"/>
          </a:p>
        </p:txBody>
      </p:sp>
      <p:sp>
        <p:nvSpPr>
          <p:cNvPr id="11" name="TextBox 10">
            <a:extLst>
              <a:ext uri="{FF2B5EF4-FFF2-40B4-BE49-F238E27FC236}">
                <a16:creationId xmlns:a16="http://schemas.microsoft.com/office/drawing/2014/main" id="{B5A94D9F-E244-38B4-AD66-5C8758792334}"/>
              </a:ext>
            </a:extLst>
          </p:cNvPr>
          <p:cNvSpPr txBox="1"/>
          <p:nvPr/>
        </p:nvSpPr>
        <p:spPr>
          <a:xfrm>
            <a:off x="4685198" y="2916496"/>
            <a:ext cx="4373080" cy="584775"/>
          </a:xfrm>
          <a:prstGeom prst="rect">
            <a:avLst/>
          </a:prstGeom>
          <a:solidFill>
            <a:srgbClr val="9CC2E5"/>
          </a:solidFill>
        </p:spPr>
        <p:txBody>
          <a:bodyPr wrap="square" rtlCol="0" anchor="ctr">
            <a:spAutoFit/>
          </a:bodyPr>
          <a:lstStyle/>
          <a:p>
            <a:pPr algn="r"/>
            <a:r>
              <a:rPr lang="ar-EG" sz="1600" b="1" dirty="0"/>
              <a:t>استعراض الاخطاء السابقة والاستفادة منها لتجنب حدوثه مجددا وزيادة وعي الموظفين</a:t>
            </a:r>
            <a:endParaRPr lang="en-US" sz="1600" b="1" dirty="0"/>
          </a:p>
        </p:txBody>
      </p:sp>
      <p:sp>
        <p:nvSpPr>
          <p:cNvPr id="13" name="Google Shape;986;p29">
            <a:extLst>
              <a:ext uri="{FF2B5EF4-FFF2-40B4-BE49-F238E27FC236}">
                <a16:creationId xmlns:a16="http://schemas.microsoft.com/office/drawing/2014/main" id="{8466823A-EB26-E17A-87E6-E5B4E1354813}"/>
              </a:ext>
            </a:extLst>
          </p:cNvPr>
          <p:cNvSpPr txBox="1">
            <a:spLocks/>
          </p:cNvSpPr>
          <p:nvPr/>
        </p:nvSpPr>
        <p:spPr>
          <a:xfrm>
            <a:off x="6388934" y="2065256"/>
            <a:ext cx="2614390" cy="591743"/>
          </a:xfrm>
          <a:prstGeom prst="rect">
            <a:avLst/>
          </a:prstGeom>
        </p:spPr>
        <p:style>
          <a:lnRef idx="0">
            <a:schemeClr val="accent4"/>
          </a:lnRef>
          <a:fillRef idx="3">
            <a:schemeClr val="accent4"/>
          </a:fillRef>
          <a:effectRef idx="3">
            <a:schemeClr val="accent4"/>
          </a:effectRef>
          <a:fontRef idx="minor">
            <a:schemeClr val="lt1"/>
          </a:fontRef>
        </p:style>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Exo 2 ExtraBold"/>
              <a:buNone/>
              <a:defRPr sz="2800" b="0" i="0" u="none" strike="noStrike" cap="none">
                <a:solidFill>
                  <a:schemeClr val="dk1"/>
                </a:solidFill>
                <a:latin typeface="Exo 2 ExtraBold"/>
                <a:ea typeface="Exo 2 ExtraBold"/>
                <a:cs typeface="Exo 2 ExtraBold"/>
                <a:sym typeface="Exo 2 ExtraBold"/>
              </a:defRPr>
            </a:lvl1pPr>
            <a:lvl2pPr marR="0" lvl="1"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2pPr>
            <a:lvl3pPr marR="0" lvl="2"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3pPr>
            <a:lvl4pPr marR="0" lvl="3"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4pPr>
            <a:lvl5pPr marR="0" lvl="4"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5pPr>
            <a:lvl6pPr marR="0" lvl="5"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6pPr>
            <a:lvl7pPr marR="0" lvl="6"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7pPr>
            <a:lvl8pPr marR="0" lvl="7"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8pPr>
            <a:lvl9pPr marR="0" lvl="8" algn="l" rtl="0">
              <a:lnSpc>
                <a:spcPct val="100000"/>
              </a:lnSpc>
              <a:spcBef>
                <a:spcPts val="0"/>
              </a:spcBef>
              <a:spcAft>
                <a:spcPts val="0"/>
              </a:spcAft>
              <a:buClr>
                <a:schemeClr val="dk1"/>
              </a:buClr>
              <a:buSzPts val="2800"/>
              <a:buFont typeface="Raleway"/>
              <a:buNone/>
              <a:defRPr sz="3000" b="1" i="0" u="none" strike="noStrike" cap="none">
                <a:solidFill>
                  <a:schemeClr val="dk1"/>
                </a:solidFill>
                <a:latin typeface="Raleway"/>
                <a:ea typeface="Raleway"/>
                <a:cs typeface="Raleway"/>
                <a:sym typeface="Raleway"/>
              </a:defRPr>
            </a:lvl9pPr>
          </a:lstStyle>
          <a:p>
            <a:pPr algn="ctr"/>
            <a:r>
              <a:rPr lang="ar-SA" sz="2000" b="1" dirty="0">
                <a:solidFill>
                  <a:srgbClr val="3BA0D8"/>
                </a:solidFill>
                <a:latin typeface="Hacen Casablanca" panose="02000000000000000000" pitchFamily="2" charset="-78"/>
                <a:cs typeface="Hacen Casablanca" panose="02000000000000000000" pitchFamily="2" charset="-78"/>
              </a:rPr>
              <a:t>اهداف السجل </a:t>
            </a:r>
            <a:endParaRPr lang="ar-SA" sz="2000" dirty="0">
              <a:solidFill>
                <a:srgbClr val="3BA0D8"/>
              </a:solidFill>
              <a:latin typeface="Hacen Casablanca" panose="02000000000000000000" pitchFamily="2" charset="-78"/>
              <a:cs typeface="Hacen Casablanca" panose="02000000000000000000" pitchFamily="2" charset="-78"/>
            </a:endParaRPr>
          </a:p>
        </p:txBody>
      </p:sp>
      <p:pic>
        <p:nvPicPr>
          <p:cNvPr id="15" name="Picture 14" descr="A group of people walking on a rope&#10;&#10;Description automatically generated">
            <a:extLst>
              <a:ext uri="{FF2B5EF4-FFF2-40B4-BE49-F238E27FC236}">
                <a16:creationId xmlns:a16="http://schemas.microsoft.com/office/drawing/2014/main" id="{F7333C2A-3133-44D0-2499-42223743F6A5}"/>
              </a:ext>
            </a:extLst>
          </p:cNvPr>
          <p:cNvPicPr>
            <a:picLocks noChangeAspect="1"/>
          </p:cNvPicPr>
          <p:nvPr/>
        </p:nvPicPr>
        <p:blipFill>
          <a:blip r:embed="rId2"/>
          <a:stretch>
            <a:fillRect/>
          </a:stretch>
        </p:blipFill>
        <p:spPr>
          <a:xfrm>
            <a:off x="102107" y="1917996"/>
            <a:ext cx="4373080" cy="2782372"/>
          </a:xfrm>
          <a:prstGeom prst="rect">
            <a:avLst/>
          </a:prstGeom>
        </p:spPr>
      </p:pic>
    </p:spTree>
    <p:extLst>
      <p:ext uri="{BB962C8B-B14F-4D97-AF65-F5344CB8AC3E}">
        <p14:creationId xmlns:p14="http://schemas.microsoft.com/office/powerpoint/2010/main" val="3533272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04F3D-2716-4045-B307-F1744FF11A89}"/>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الموارد البشرية </a:t>
            </a:r>
            <a:br>
              <a:rPr lang="ar-SA" b="1" u="sng" dirty="0">
                <a:solidFill>
                  <a:srgbClr val="238C8F"/>
                </a:solidFill>
                <a:latin typeface="Hacen Casablanca" panose="02000000000000000000" pitchFamily="2" charset="-78"/>
                <a:cs typeface="Hacen Casablanca" panose="02000000000000000000" pitchFamily="2" charset="-78"/>
              </a:rPr>
            </a:b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E0FB6B20-7E6F-651B-D823-838C8953D5B9}"/>
              </a:ext>
            </a:extLst>
          </p:cNvPr>
          <p:cNvGraphicFramePr>
            <a:graphicFrameLocks noGrp="1"/>
          </p:cNvGraphicFramePr>
          <p:nvPr>
            <p:extLst>
              <p:ext uri="{D42A27DB-BD31-4B8C-83A1-F6EECF244321}">
                <p14:modId xmlns:p14="http://schemas.microsoft.com/office/powerpoint/2010/main" val="3734366023"/>
              </p:ext>
            </p:extLst>
          </p:nvPr>
        </p:nvGraphicFramePr>
        <p:xfrm>
          <a:off x="4923692" y="991760"/>
          <a:ext cx="4128868" cy="3384603"/>
        </p:xfrm>
        <a:graphic>
          <a:graphicData uri="http://schemas.openxmlformats.org/drawingml/2006/table">
            <a:tbl>
              <a:tblPr firstRow="1" bandRow="1">
                <a:tableStyleId>{93296810-A885-4BE3-A3E7-6D5BEEA58F35}</a:tableStyleId>
              </a:tblPr>
              <a:tblGrid>
                <a:gridCol w="3117833">
                  <a:extLst>
                    <a:ext uri="{9D8B030D-6E8A-4147-A177-3AD203B41FA5}">
                      <a16:colId xmlns:a16="http://schemas.microsoft.com/office/drawing/2014/main" val="3314101645"/>
                    </a:ext>
                  </a:extLst>
                </a:gridCol>
                <a:gridCol w="1011035">
                  <a:extLst>
                    <a:ext uri="{9D8B030D-6E8A-4147-A177-3AD203B41FA5}">
                      <a16:colId xmlns:a16="http://schemas.microsoft.com/office/drawing/2014/main" val="2475150961"/>
                    </a:ext>
                  </a:extLst>
                </a:gridCol>
              </a:tblGrid>
              <a:tr h="652718">
                <a:tc>
                  <a:txBody>
                    <a:bodyPr/>
                    <a:lstStyle/>
                    <a:p>
                      <a:pPr algn="ctr" rtl="1" fontAlgn="b"/>
                      <a:r>
                        <a:rPr lang="ar-EG" sz="1400" b="1" u="none" strike="noStrike" dirty="0">
                          <a:solidFill>
                            <a:srgbClr val="000000"/>
                          </a:solidFill>
                          <a:effectLst/>
                        </a:rPr>
                        <a:t>اصابات العمل</a:t>
                      </a:r>
                      <a:endParaRPr lang="ar-EG" sz="1400" b="1"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600" b="1" i="0" u="none" strike="noStrike" cap="none" dirty="0">
                          <a:solidFill>
                            <a:schemeClr val="tx1"/>
                          </a:solidFill>
                          <a:latin typeface="+mn-lt"/>
                          <a:ea typeface="+mn-ea"/>
                          <a:cs typeface="+mn-cs"/>
                          <a:sym typeface="Arial"/>
                        </a:rPr>
                        <a:t>سبب التعثر </a:t>
                      </a:r>
                      <a:endParaRPr lang="en-US" sz="16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489537">
                <a:tc>
                  <a:txBody>
                    <a:bodyPr/>
                    <a:lstStyle/>
                    <a:p>
                      <a:pPr algn="ctr" rtl="1" fontAlgn="b"/>
                      <a:r>
                        <a:rPr lang="ar-EG" sz="1400" b="1" u="none" strike="noStrike" dirty="0">
                          <a:solidFill>
                            <a:srgbClr val="000000"/>
                          </a:solidFill>
                          <a:effectLst/>
                        </a:rPr>
                        <a:t>الاستعجال في رفع اصابة العمل ببيانات غير مكتملة </a:t>
                      </a:r>
                      <a:endParaRPr lang="ar-EG" sz="1400" b="1"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639307">
                <a:tc>
                  <a:txBody>
                    <a:bodyPr/>
                    <a:lstStyle/>
                    <a:p>
                      <a:pPr algn="ctr" rtl="1" fontAlgn="ctr"/>
                      <a:r>
                        <a:rPr lang="ar-EG" sz="1200" b="1" u="none" strike="noStrike" dirty="0">
                          <a:solidFill>
                            <a:srgbClr val="000000"/>
                          </a:solidFill>
                          <a:effectLst/>
                        </a:rPr>
                        <a:t>رفع جميع المرفقات المطلوبة من التأمينات الاجتماعية بشكل صحيح،ومتابعة قبول الطلب من التأمينات الاجتماعية ،ثم متابعة اجراءت النقل مع العناية الشاملة </a:t>
                      </a:r>
                      <a:endParaRPr lang="ar-EG" sz="1200" b="1"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963734">
                <a:tc>
                  <a:txBody>
                    <a:bodyPr/>
                    <a:lstStyle/>
                    <a:p>
                      <a:pPr algn="ctr" rtl="1" fontAlgn="ctr"/>
                      <a:r>
                        <a:rPr lang="ar-EG" sz="1050" b="1" u="none" strike="noStrike" dirty="0">
                          <a:solidFill>
                            <a:srgbClr val="000000"/>
                          </a:solidFill>
                          <a:effectLst/>
                        </a:rPr>
                        <a:t>رفض الاصابة واقفال الطلب، وعدم القدرة على رفع طلب اخر مما ادى الى تفاقم اصابة المريض، وتكلفة الشركة مبلغ 6000 لنقله لمدينة الرياض ومبلغ 74000 تكاليف العلاج في مستشفى خاص ومبالغ لتذاكرالسفر والرحلات، وتعطل 3 موظفين عن 70 % من اعمالهم لمتابعة الحالة ومرافقة المريض</a:t>
                      </a:r>
                      <a:endParaRPr lang="ar-EG" sz="1050" b="1"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639307">
                <a:tc>
                  <a:txBody>
                    <a:bodyPr/>
                    <a:lstStyle/>
                    <a:p>
                      <a:pPr algn="ctr" rtl="1" fontAlgn="b"/>
                      <a:r>
                        <a:rPr lang="ar-EG" sz="1200" b="1" u="none" strike="noStrike" dirty="0">
                          <a:solidFill>
                            <a:srgbClr val="000000"/>
                          </a:solidFill>
                          <a:effectLst/>
                        </a:rPr>
                        <a:t>التأني برفع اصابة العمل والالتزام باجراءت خطة اصابات العمل واستكمال جميع الوثائق المطلوبة لضمان رفع الحالة بشكل صحيح ومتابعة الحالة مع العناية الشاملة . </a:t>
                      </a:r>
                      <a:endParaRPr lang="ar-EG" sz="1200" b="1" i="0" u="none" strike="noStrike" dirty="0">
                        <a:solidFill>
                          <a:srgbClr val="000000"/>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graphicFrame>
        <p:nvGraphicFramePr>
          <p:cNvPr id="7" name="Table 5">
            <a:extLst>
              <a:ext uri="{FF2B5EF4-FFF2-40B4-BE49-F238E27FC236}">
                <a16:creationId xmlns:a16="http://schemas.microsoft.com/office/drawing/2014/main" id="{F65F760E-AC39-8014-70D5-14EF3573016B}"/>
              </a:ext>
            </a:extLst>
          </p:cNvPr>
          <p:cNvGraphicFramePr>
            <a:graphicFrameLocks noGrp="1"/>
          </p:cNvGraphicFramePr>
          <p:nvPr>
            <p:extLst>
              <p:ext uri="{D42A27DB-BD31-4B8C-83A1-F6EECF244321}">
                <p14:modId xmlns:p14="http://schemas.microsoft.com/office/powerpoint/2010/main" val="3360405941"/>
              </p:ext>
            </p:extLst>
          </p:nvPr>
        </p:nvGraphicFramePr>
        <p:xfrm>
          <a:off x="9077" y="998793"/>
          <a:ext cx="4415212" cy="3412752"/>
        </p:xfrm>
        <a:graphic>
          <a:graphicData uri="http://schemas.openxmlformats.org/drawingml/2006/table">
            <a:tbl>
              <a:tblPr firstRow="1" bandRow="1">
                <a:tableStyleId>{93296810-A885-4BE3-A3E7-6D5BEEA58F35}</a:tableStyleId>
              </a:tblPr>
              <a:tblGrid>
                <a:gridCol w="3296575">
                  <a:extLst>
                    <a:ext uri="{9D8B030D-6E8A-4147-A177-3AD203B41FA5}">
                      <a16:colId xmlns:a16="http://schemas.microsoft.com/office/drawing/2014/main" val="3314101645"/>
                    </a:ext>
                  </a:extLst>
                </a:gridCol>
                <a:gridCol w="1118637">
                  <a:extLst>
                    <a:ext uri="{9D8B030D-6E8A-4147-A177-3AD203B41FA5}">
                      <a16:colId xmlns:a16="http://schemas.microsoft.com/office/drawing/2014/main" val="2475150961"/>
                    </a:ext>
                  </a:extLst>
                </a:gridCol>
              </a:tblGrid>
              <a:tr h="606687">
                <a:tc>
                  <a:txBody>
                    <a:bodyPr/>
                    <a:lstStyle/>
                    <a:p>
                      <a:pPr marR="0" algn="ctr" rtl="1" fontAlgn="b">
                        <a:lnSpc>
                          <a:spcPct val="100000"/>
                        </a:lnSpc>
                        <a:spcBef>
                          <a:spcPts val="0"/>
                        </a:spcBef>
                        <a:spcAft>
                          <a:spcPts val="0"/>
                        </a:spcAft>
                        <a:buClr>
                          <a:srgbClr val="000000"/>
                        </a:buClr>
                        <a:buFont typeface="Arial"/>
                      </a:pPr>
                      <a:r>
                        <a:rPr lang="ar-EG" sz="1400" b="1" i="0" u="none" strike="noStrike" cap="none" dirty="0">
                          <a:solidFill>
                            <a:srgbClr val="000000"/>
                          </a:solidFill>
                          <a:effectLst/>
                          <a:latin typeface="+mn-lt"/>
                          <a:ea typeface="+mn-ea"/>
                          <a:cs typeface="+mn-cs"/>
                          <a:sym typeface="Arial"/>
                        </a:rPr>
                        <a:t>البرنامج التوجيهي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ctr"/>
                      <a:r>
                        <a:rPr lang="ar-SA" sz="1600" b="1" dirty="0">
                          <a:solidFill>
                            <a:schemeClr val="tx1"/>
                          </a:solidFill>
                        </a:rPr>
                        <a:t>سبب التعثر </a:t>
                      </a:r>
                      <a:endParaRPr lang="en-US" sz="1600" b="1" dirty="0">
                        <a:solidFill>
                          <a:schemeClr val="tx1"/>
                        </a:solidFill>
                      </a:endParaRPr>
                    </a:p>
                  </a:txBody>
                  <a:tcPr anchor="ctr">
                    <a:solidFill>
                      <a:srgbClr val="9CC2E5"/>
                    </a:solidFill>
                  </a:tcPr>
                </a:tc>
                <a:extLst>
                  <a:ext uri="{0D108BD9-81ED-4DB2-BD59-A6C34878D82A}">
                    <a16:rowId xmlns:a16="http://schemas.microsoft.com/office/drawing/2014/main" val="2809198240"/>
                  </a:ext>
                </a:extLst>
              </a:tr>
              <a:tr h="455014">
                <a:tc>
                  <a:txBody>
                    <a:bodyPr/>
                    <a:lstStyle/>
                    <a:p>
                      <a:pPr marR="0" algn="ctr" rtl="1" fontAlgn="b">
                        <a:lnSpc>
                          <a:spcPct val="100000"/>
                        </a:lnSpc>
                        <a:spcBef>
                          <a:spcPts val="0"/>
                        </a:spcBef>
                        <a:spcAft>
                          <a:spcPts val="0"/>
                        </a:spcAft>
                        <a:buClr>
                          <a:srgbClr val="000000"/>
                        </a:buClr>
                        <a:buFont typeface="Arial"/>
                      </a:pPr>
                      <a:r>
                        <a:rPr lang="ar-EG" sz="1400" b="1" i="0" u="none" strike="noStrike" cap="none" dirty="0">
                          <a:solidFill>
                            <a:srgbClr val="000000"/>
                          </a:solidFill>
                          <a:effectLst/>
                          <a:latin typeface="+mn-lt"/>
                          <a:ea typeface="+mn-ea"/>
                          <a:cs typeface="+mn-cs"/>
                          <a:sym typeface="Arial"/>
                        </a:rPr>
                        <a:t>عدم توفير مستلزمات الموظف - التأخر في توقيع الموظف للعقد - عدم تقديم عرض وظيفي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594222">
                <a:tc>
                  <a:txBody>
                    <a:bodyPr/>
                    <a:lstStyle/>
                    <a:p>
                      <a:pPr marR="0" algn="ctr" rtl="1" fontAlgn="b">
                        <a:lnSpc>
                          <a:spcPct val="100000"/>
                        </a:lnSpc>
                        <a:spcBef>
                          <a:spcPts val="0"/>
                        </a:spcBef>
                        <a:spcAft>
                          <a:spcPts val="0"/>
                        </a:spcAft>
                        <a:buClr>
                          <a:srgbClr val="000000"/>
                        </a:buClr>
                        <a:buFont typeface="Arial"/>
                      </a:pPr>
                      <a:r>
                        <a:rPr lang="ar-EG" sz="1400" b="1" i="0" u="none" strike="noStrike" cap="none" dirty="0">
                          <a:solidFill>
                            <a:srgbClr val="000000"/>
                          </a:solidFill>
                          <a:effectLst/>
                          <a:latin typeface="+mn-lt"/>
                          <a:ea typeface="+mn-ea"/>
                          <a:cs typeface="+mn-cs"/>
                          <a:sym typeface="Arial"/>
                        </a:rPr>
                        <a:t>برنامج توجيهي يشمل اللقاء والترحيب وزيارة عامة داخل الشركة ولقاء مع الرئيس المباشر واستلام عرض وعقد العمل والوصف الوظيفي مع تفعيل البصمة وايميل الموظف وحساب جسر وباقي بنود البرنامج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895769">
                <a:tc>
                  <a:txBody>
                    <a:bodyPr/>
                    <a:lstStyle/>
                    <a:p>
                      <a:pPr marR="0" algn="ctr" rtl="1" fontAlgn="b">
                        <a:lnSpc>
                          <a:spcPct val="100000"/>
                        </a:lnSpc>
                        <a:spcBef>
                          <a:spcPts val="0"/>
                        </a:spcBef>
                        <a:spcAft>
                          <a:spcPts val="0"/>
                        </a:spcAft>
                        <a:buClr>
                          <a:srgbClr val="000000"/>
                        </a:buClr>
                        <a:buFont typeface="Arial"/>
                      </a:pPr>
                      <a:r>
                        <a:rPr lang="ar-EG" sz="1400" b="1" i="0" u="none" strike="noStrike" cap="none" dirty="0">
                          <a:solidFill>
                            <a:srgbClr val="000000"/>
                          </a:solidFill>
                          <a:effectLst/>
                          <a:latin typeface="+mn-lt"/>
                          <a:ea typeface="+mn-ea"/>
                          <a:cs typeface="+mn-cs"/>
                          <a:sym typeface="Arial"/>
                        </a:rPr>
                        <a:t>تعثر في توفيروايفاء مستلزمات الموظف المستجد مبكرا من عقد عمل-عرض عمل-مكتب-اجهزة خاصة-تفعيل جسر-تأمين طبي الخ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594222">
                <a:tc>
                  <a:txBody>
                    <a:bodyPr/>
                    <a:lstStyle/>
                    <a:p>
                      <a:pPr marR="0" algn="ctr" rtl="1" fontAlgn="b">
                        <a:lnSpc>
                          <a:spcPct val="100000"/>
                        </a:lnSpc>
                        <a:spcBef>
                          <a:spcPts val="0"/>
                        </a:spcBef>
                        <a:spcAft>
                          <a:spcPts val="0"/>
                        </a:spcAft>
                        <a:buClr>
                          <a:srgbClr val="000000"/>
                        </a:buClr>
                        <a:buFont typeface="Arial"/>
                      </a:pPr>
                      <a:r>
                        <a:rPr lang="ar-EG" sz="1400" b="1" i="0" u="none" strike="noStrike" cap="none" dirty="0">
                          <a:solidFill>
                            <a:srgbClr val="000000"/>
                          </a:solidFill>
                          <a:effectLst/>
                          <a:latin typeface="+mn-lt"/>
                          <a:ea typeface="+mn-ea"/>
                          <a:cs typeface="+mn-cs"/>
                          <a:sym typeface="Arial"/>
                        </a:rPr>
                        <a:t>         الالتزام في بنود البرامج التوجيهية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6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166196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6F06DBA1-6041-A1FB-600F-CFF4BB176C24}"/>
              </a:ext>
            </a:extLst>
          </p:cNvPr>
          <p:cNvGraphicFramePr>
            <a:graphicFrameLocks noGrp="1"/>
          </p:cNvGraphicFramePr>
          <p:nvPr>
            <p:extLst>
              <p:ext uri="{D42A27DB-BD31-4B8C-83A1-F6EECF244321}">
                <p14:modId xmlns:p14="http://schemas.microsoft.com/office/powerpoint/2010/main" val="2092499176"/>
              </p:ext>
            </p:extLst>
          </p:nvPr>
        </p:nvGraphicFramePr>
        <p:xfrm>
          <a:off x="4635305"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b"/>
                      <a:r>
                        <a:rPr lang="ar-EG" sz="1200" b="0" i="0" u="none" strike="noStrike" dirty="0">
                          <a:solidFill>
                            <a:schemeClr val="tx1"/>
                          </a:solidFill>
                          <a:effectLst/>
                          <a:latin typeface="Janna LT"/>
                        </a:rPr>
                        <a:t>الحوادث المرورية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EG" sz="1100" b="0" i="0" u="none" strike="noStrike" dirty="0">
                          <a:solidFill>
                            <a:schemeClr val="tx1"/>
                          </a:solidFill>
                          <a:effectLst/>
                          <a:latin typeface="Janna LT"/>
                        </a:rPr>
                        <a:t>شراء قطع غيار بدون فواتير الكترونية </a:t>
                      </a:r>
                    </a:p>
                    <a:p>
                      <a:pPr algn="ctr" rtl="1" fontAlgn="b"/>
                      <a:endParaRPr lang="ar-EG" sz="1100" b="0" i="0" u="none" strike="noStrike" dirty="0">
                        <a:solidFill>
                          <a:schemeClr val="tx1"/>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EG" sz="1100" b="0" i="0" u="none" strike="noStrike" dirty="0">
                          <a:solidFill>
                            <a:schemeClr val="tx1"/>
                          </a:solidFill>
                          <a:effectLst/>
                          <a:latin typeface="Janna LT"/>
                        </a:rPr>
                        <a:t>عدم شراء قطع غيار او القيام بأي اصلاح  يخص المطالبات المالية من التأمين الا بفواتير الكترونية  .</a:t>
                      </a:r>
                    </a:p>
                    <a:p>
                      <a:pPr algn="ctr" rtl="1" fontAlgn="b"/>
                      <a:endParaRPr lang="ar-EG" sz="1100" b="0" i="0" u="none" strike="noStrike" dirty="0">
                        <a:solidFill>
                          <a:schemeClr val="tx1"/>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marL="0" marR="0" lvl="0" indent="0" algn="ctr" defTabSz="914400" rtl="1" eaLnBrk="1" fontAlgn="b" latinLnBrk="0" hangingPunct="1">
                        <a:lnSpc>
                          <a:spcPct val="100000"/>
                        </a:lnSpc>
                        <a:spcBef>
                          <a:spcPts val="0"/>
                        </a:spcBef>
                        <a:spcAft>
                          <a:spcPts val="0"/>
                        </a:spcAft>
                        <a:buClr>
                          <a:srgbClr val="000000"/>
                        </a:buClr>
                        <a:buSzTx/>
                        <a:buFont typeface="Arial"/>
                        <a:buNone/>
                        <a:tabLst/>
                        <a:defRPr/>
                      </a:pPr>
                      <a:r>
                        <a:rPr lang="ar-EG" sz="1100" b="0" i="0" u="none" strike="noStrike" dirty="0">
                          <a:solidFill>
                            <a:schemeClr val="tx1"/>
                          </a:solidFill>
                          <a:effectLst/>
                          <a:latin typeface="Janna LT"/>
                        </a:rPr>
                        <a:t>رفض المطالبة من شركة التأمين بحجة انه يوجد فاتورة غير الكترونية بمبلغ قدره 11000 ، مما ادى الى تأخير استلام التعويض المقدر بـ مبلغ 30.000 لمدة اربع شهور</a:t>
                      </a:r>
                    </a:p>
                    <a:p>
                      <a:pPr algn="ctr" rtl="1" fontAlgn="b"/>
                      <a:endParaRPr lang="ar-EG" sz="1100" b="0" i="0" u="none" strike="noStrike" dirty="0">
                        <a:solidFill>
                          <a:schemeClr val="tx1"/>
                        </a:solidFill>
                        <a:effectLst/>
                        <a:latin typeface="Janna LT"/>
                      </a:endParaRP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b"/>
                      <a:r>
                        <a:rPr lang="ar-EG" sz="1100" b="0" i="0" u="none" strike="noStrike" dirty="0">
                          <a:solidFill>
                            <a:schemeClr val="tx1"/>
                          </a:solidFill>
                          <a:effectLst/>
                          <a:latin typeface="Janna LT"/>
                        </a:rPr>
                        <a:t>في حال كان الاصلاح على التأمين يتم شراء قطع غيار اصلية من الوكالة وذلك لأن مبلغ القطع بتحمل تكلفتها التأمين  وتكون مثبتة بفواتير الكترونية وفي حال تعثر وجود القطع في الوكالة يتم توفيرها من مكان اخر بشرط وجود الفواتير الالكترونية .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
        <p:nvSpPr>
          <p:cNvPr id="3" name="Title 1">
            <a:extLst>
              <a:ext uri="{FF2B5EF4-FFF2-40B4-BE49-F238E27FC236}">
                <a16:creationId xmlns:a16="http://schemas.microsoft.com/office/drawing/2014/main" id="{75A30AC2-481D-AF14-3BC0-14B973866F7D}"/>
              </a:ext>
            </a:extLst>
          </p:cNvPr>
          <p:cNvSpPr>
            <a:spLocks noGrp="1"/>
          </p:cNvSpPr>
          <p:nvPr>
            <p:ph type="title"/>
          </p:nvPr>
        </p:nvSpPr>
        <p:spPr>
          <a:xfrm>
            <a:off x="437516" y="192711"/>
            <a:ext cx="8193639" cy="999300"/>
          </a:xfrm>
        </p:spPr>
        <p:txBody>
          <a:bodyPr/>
          <a:lstStyle/>
          <a:p>
            <a:pPr algn="ctr"/>
            <a:r>
              <a:rPr lang="ar-SA" b="1" u="sng" dirty="0">
                <a:solidFill>
                  <a:srgbClr val="238C8F"/>
                </a:solidFill>
                <a:latin typeface="Hacen Casablanca" panose="02000000000000000000" pitchFamily="2" charset="-78"/>
                <a:cs typeface="Hacen Casablanca" panose="02000000000000000000" pitchFamily="2" charset="-78"/>
              </a:rPr>
              <a:t>الموارد البشرية </a:t>
            </a:r>
            <a:br>
              <a:rPr lang="ar-SA" b="1" u="sng" dirty="0">
                <a:solidFill>
                  <a:srgbClr val="238C8F"/>
                </a:solidFill>
                <a:latin typeface="Hacen Casablanca" panose="02000000000000000000" pitchFamily="2" charset="-78"/>
                <a:cs typeface="Hacen Casablanca" panose="02000000000000000000" pitchFamily="2" charset="-78"/>
              </a:rPr>
            </a:br>
            <a:endParaRPr lang="ar-EG" b="1" u="sng" dirty="0">
              <a:solidFill>
                <a:srgbClr val="238C8F"/>
              </a:solidFill>
              <a:latin typeface="Hacen Casablanca" panose="02000000000000000000" pitchFamily="2" charset="-78"/>
              <a:cs typeface="Hacen Casablanca" panose="02000000000000000000" pitchFamily="2" charset="-78"/>
            </a:endParaRPr>
          </a:p>
        </p:txBody>
      </p:sp>
      <p:graphicFrame>
        <p:nvGraphicFramePr>
          <p:cNvPr id="5" name="Table 5">
            <a:extLst>
              <a:ext uri="{FF2B5EF4-FFF2-40B4-BE49-F238E27FC236}">
                <a16:creationId xmlns:a16="http://schemas.microsoft.com/office/drawing/2014/main" id="{DB5BD839-DE95-9428-439E-9BB0F115166C}"/>
              </a:ext>
            </a:extLst>
          </p:cNvPr>
          <p:cNvGraphicFramePr>
            <a:graphicFrameLocks noGrp="1"/>
          </p:cNvGraphicFramePr>
          <p:nvPr>
            <p:extLst>
              <p:ext uri="{D42A27DB-BD31-4B8C-83A1-F6EECF244321}">
                <p14:modId xmlns:p14="http://schemas.microsoft.com/office/powerpoint/2010/main" val="212127565"/>
              </p:ext>
            </p:extLst>
          </p:nvPr>
        </p:nvGraphicFramePr>
        <p:xfrm>
          <a:off x="0" y="977691"/>
          <a:ext cx="4431323" cy="3777446"/>
        </p:xfrm>
        <a:graphic>
          <a:graphicData uri="http://schemas.openxmlformats.org/drawingml/2006/table">
            <a:tbl>
              <a:tblPr firstRow="1" bandRow="1">
                <a:tableStyleId>{93296810-A885-4BE3-A3E7-6D5BEEA58F35}</a:tableStyleId>
              </a:tblPr>
              <a:tblGrid>
                <a:gridCol w="3346226">
                  <a:extLst>
                    <a:ext uri="{9D8B030D-6E8A-4147-A177-3AD203B41FA5}">
                      <a16:colId xmlns:a16="http://schemas.microsoft.com/office/drawing/2014/main" val="3314101645"/>
                    </a:ext>
                  </a:extLst>
                </a:gridCol>
                <a:gridCol w="1085097">
                  <a:extLst>
                    <a:ext uri="{9D8B030D-6E8A-4147-A177-3AD203B41FA5}">
                      <a16:colId xmlns:a16="http://schemas.microsoft.com/office/drawing/2014/main" val="2475150961"/>
                    </a:ext>
                  </a:extLst>
                </a:gridCol>
              </a:tblGrid>
              <a:tr h="604924">
                <a:tc>
                  <a:txBody>
                    <a:bodyPr/>
                    <a:lstStyle/>
                    <a:p>
                      <a:pPr algn="ctr" rtl="1" fontAlgn="ctr"/>
                      <a:r>
                        <a:rPr lang="ar-EG" sz="1200" b="0" i="0" u="none" strike="noStrike" dirty="0">
                          <a:solidFill>
                            <a:srgbClr val="000000"/>
                          </a:solidFill>
                          <a:effectLst/>
                          <a:latin typeface="Janna LT"/>
                        </a:rPr>
                        <a:t>اصدار تصاريح مكة بشكل متاخر</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a:lnSpc>
                          <a:spcPct val="100000"/>
                        </a:lnSpc>
                        <a:spcBef>
                          <a:spcPts val="0"/>
                        </a:spcBef>
                        <a:spcAft>
                          <a:spcPts val="0"/>
                        </a:spcAft>
                        <a:buClr>
                          <a:srgbClr val="000000"/>
                        </a:buClr>
                        <a:buFont typeface="Arial"/>
                      </a:pPr>
                      <a:r>
                        <a:rPr lang="ar-SA" sz="1400" b="1" i="0" u="none" strike="noStrike" cap="none" dirty="0">
                          <a:solidFill>
                            <a:schemeClr val="tx1"/>
                          </a:solidFill>
                          <a:latin typeface="+mn-lt"/>
                          <a:ea typeface="+mn-ea"/>
                          <a:cs typeface="+mn-cs"/>
                          <a:sym typeface="Arial"/>
                        </a:rPr>
                        <a:t>سبب التعثر </a:t>
                      </a:r>
                      <a:endParaRPr lang="en-US" sz="1400" b="1" i="0" u="none" strike="noStrike" cap="none" dirty="0">
                        <a:solidFill>
                          <a:schemeClr val="tx1"/>
                        </a:solidFill>
                        <a:latin typeface="+mn-lt"/>
                        <a:ea typeface="+mn-ea"/>
                        <a:cs typeface="+mn-cs"/>
                        <a:sym typeface="Arial"/>
                      </a:endParaRPr>
                    </a:p>
                  </a:txBody>
                  <a:tcPr anchor="ctr">
                    <a:solidFill>
                      <a:srgbClr val="9CC2E5"/>
                    </a:solidFill>
                  </a:tcPr>
                </a:tc>
                <a:extLst>
                  <a:ext uri="{0D108BD9-81ED-4DB2-BD59-A6C34878D82A}">
                    <a16:rowId xmlns:a16="http://schemas.microsoft.com/office/drawing/2014/main" val="2809198240"/>
                  </a:ext>
                </a:extLst>
              </a:tr>
              <a:tr h="548454">
                <a:tc>
                  <a:txBody>
                    <a:bodyPr/>
                    <a:lstStyle/>
                    <a:p>
                      <a:pPr algn="ctr" rtl="1" fontAlgn="ctr"/>
                      <a:r>
                        <a:rPr lang="ar-EG" sz="1200" b="0" i="0" u="none" strike="noStrike" dirty="0">
                          <a:solidFill>
                            <a:srgbClr val="000000"/>
                          </a:solidFill>
                          <a:effectLst/>
                          <a:latin typeface="Janna LT"/>
                        </a:rPr>
                        <a:t>التأخر في اصدار تصاريح مكة بسبب عدم وجود عقد وتجهيز المستندات المطلوبة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بيان التعثر</a:t>
                      </a:r>
                    </a:p>
                  </a:txBody>
                  <a:tcPr marL="7620" marR="7620" marT="7620" marB="0" anchor="ctr">
                    <a:solidFill>
                      <a:srgbClr val="9CC2E5"/>
                    </a:solidFill>
                  </a:tcPr>
                </a:tc>
                <a:extLst>
                  <a:ext uri="{0D108BD9-81ED-4DB2-BD59-A6C34878D82A}">
                    <a16:rowId xmlns:a16="http://schemas.microsoft.com/office/drawing/2014/main" val="930193976"/>
                  </a:ext>
                </a:extLst>
              </a:tr>
              <a:tr h="716249">
                <a:tc>
                  <a:txBody>
                    <a:bodyPr/>
                    <a:lstStyle/>
                    <a:p>
                      <a:pPr algn="ctr" rtl="1" fontAlgn="ctr"/>
                      <a:r>
                        <a:rPr lang="ar-EG" sz="1200" b="0" i="0" u="none" strike="noStrike" dirty="0">
                          <a:solidFill>
                            <a:srgbClr val="000000"/>
                          </a:solidFill>
                          <a:effectLst/>
                          <a:latin typeface="Janna LT"/>
                        </a:rPr>
                        <a:t>الاستعداد بشكل مبكر قبل اوقات المنع وتجهيز جميع المستندات المطلوبة لاصدار تصاريح مكة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الاجراء التصحيحي</a:t>
                      </a:r>
                    </a:p>
                  </a:txBody>
                  <a:tcPr marL="7620" marR="7620" marT="7620" marB="0" anchor="ctr">
                    <a:solidFill>
                      <a:srgbClr val="9CC2E5"/>
                    </a:solidFill>
                  </a:tcPr>
                </a:tc>
                <a:extLst>
                  <a:ext uri="{0D108BD9-81ED-4DB2-BD59-A6C34878D82A}">
                    <a16:rowId xmlns:a16="http://schemas.microsoft.com/office/drawing/2014/main" val="2177976009"/>
                  </a:ext>
                </a:extLst>
              </a:tr>
              <a:tr h="1079722">
                <a:tc>
                  <a:txBody>
                    <a:bodyPr/>
                    <a:lstStyle/>
                    <a:p>
                      <a:pPr algn="ctr" rtl="1" fontAlgn="ctr"/>
                      <a:r>
                        <a:rPr lang="ar-EG" sz="1200" b="0" i="0" u="none" strike="noStrike" dirty="0">
                          <a:solidFill>
                            <a:srgbClr val="000000"/>
                          </a:solidFill>
                          <a:effectLst/>
                          <a:latin typeface="Janna LT"/>
                        </a:rPr>
                        <a:t>الغاء طلبات داخل مكة بسبب عدم وجود التصريح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الاضرار الواقعة</a:t>
                      </a:r>
                    </a:p>
                  </a:txBody>
                  <a:tcPr marL="7620" marR="7620" marT="7620" marB="0" anchor="ctr">
                    <a:solidFill>
                      <a:srgbClr val="9CC2E5"/>
                    </a:solidFill>
                  </a:tcPr>
                </a:tc>
                <a:extLst>
                  <a:ext uri="{0D108BD9-81ED-4DB2-BD59-A6C34878D82A}">
                    <a16:rowId xmlns:a16="http://schemas.microsoft.com/office/drawing/2014/main" val="3195214518"/>
                  </a:ext>
                </a:extLst>
              </a:tr>
              <a:tr h="828097">
                <a:tc>
                  <a:txBody>
                    <a:bodyPr/>
                    <a:lstStyle/>
                    <a:p>
                      <a:pPr algn="ctr" rtl="1" fontAlgn="ctr"/>
                      <a:r>
                        <a:rPr lang="ar-EG" sz="1200" b="0" i="0" u="none" strike="noStrike" dirty="0">
                          <a:solidFill>
                            <a:srgbClr val="000000"/>
                          </a:solidFill>
                          <a:effectLst/>
                          <a:latin typeface="Janna LT"/>
                        </a:rPr>
                        <a:t>الاستعداد لاصدار التصاريح بشكل مبكر    </a:t>
                      </a:r>
                    </a:p>
                  </a:txBody>
                  <a:tcPr marL="7620" marR="7620" marT="7620" marB="0" anchor="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marR="0" algn="ctr" rtl="0" fontAlgn="ctr">
                        <a:lnSpc>
                          <a:spcPct val="100000"/>
                        </a:lnSpc>
                        <a:spcBef>
                          <a:spcPts val="0"/>
                        </a:spcBef>
                        <a:spcAft>
                          <a:spcPts val="0"/>
                        </a:spcAft>
                        <a:buClr>
                          <a:srgbClr val="000000"/>
                        </a:buClr>
                        <a:buFont typeface="Arial"/>
                      </a:pPr>
                      <a:r>
                        <a:rPr lang="ar-EG" sz="1400" b="1" i="0" u="none" strike="noStrike" cap="none" dirty="0">
                          <a:solidFill>
                            <a:schemeClr val="tx1"/>
                          </a:solidFill>
                          <a:latin typeface="+mn-lt"/>
                          <a:ea typeface="+mn-ea"/>
                          <a:cs typeface="+mn-cs"/>
                          <a:sym typeface="Arial"/>
                        </a:rPr>
                        <a:t>الدروس المستفادة</a:t>
                      </a:r>
                    </a:p>
                  </a:txBody>
                  <a:tcPr marL="7620" marR="7620" marT="7620" marB="0" anchor="ctr">
                    <a:solidFill>
                      <a:srgbClr val="9CC2E5"/>
                    </a:solidFill>
                  </a:tcPr>
                </a:tc>
                <a:extLst>
                  <a:ext uri="{0D108BD9-81ED-4DB2-BD59-A6C34878D82A}">
                    <a16:rowId xmlns:a16="http://schemas.microsoft.com/office/drawing/2014/main" val="1252557231"/>
                  </a:ext>
                </a:extLst>
              </a:tr>
            </a:tbl>
          </a:graphicData>
        </a:graphic>
      </p:graphicFrame>
    </p:spTree>
    <p:extLst>
      <p:ext uri="{BB962C8B-B14F-4D97-AF65-F5344CB8AC3E}">
        <p14:creationId xmlns:p14="http://schemas.microsoft.com/office/powerpoint/2010/main" val="3770795867"/>
      </p:ext>
    </p:extLst>
  </p:cSld>
  <p:clrMapOvr>
    <a:masterClrMapping/>
  </p:clrMapOvr>
</p:sld>
</file>

<file path=ppt/theme/theme1.xml><?xml version="1.0" encoding="utf-8"?>
<a:theme xmlns:a="http://schemas.openxmlformats.org/drawingml/2006/main" name="Logistics Warehouse Marketing Plan by Slidesgo">
  <a:themeElements>
    <a:clrScheme name="Simple Light">
      <a:dk1>
        <a:srgbClr val="595959"/>
      </a:dk1>
      <a:lt1>
        <a:srgbClr val="708C61"/>
      </a:lt1>
      <a:dk2>
        <a:srgbClr val="EEEEEE"/>
      </a:dk2>
      <a:lt2>
        <a:srgbClr val="C7C5C5"/>
      </a:lt2>
      <a:accent1>
        <a:srgbClr val="9E9E9E"/>
      </a:accent1>
      <a:accent2>
        <a:srgbClr val="B29B53"/>
      </a:accent2>
      <a:accent3>
        <a:srgbClr val="FFFFFF"/>
      </a:accent3>
      <a:accent4>
        <a:srgbClr val="FFFFFF"/>
      </a:accent4>
      <a:accent5>
        <a:srgbClr val="FFFFFF"/>
      </a:accent5>
      <a:accent6>
        <a:srgbClr val="FFFFFF"/>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TotalTime>
  <Words>408</Words>
  <Application>Microsoft Office PowerPoint</Application>
  <PresentationFormat>On-screen Show (16:9)</PresentationFormat>
  <Paragraphs>47</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Hacen Casablanca</vt:lpstr>
      <vt:lpstr>Exo 2</vt:lpstr>
      <vt:lpstr>Exo 2 ExtraBold</vt:lpstr>
      <vt:lpstr>Arial</vt:lpstr>
      <vt:lpstr>Raleway</vt:lpstr>
      <vt:lpstr>Janna LT</vt:lpstr>
      <vt:lpstr>Logistics Warehouse Marketing Plan by Slidesgo</vt:lpstr>
      <vt:lpstr>سجل التعثرات </vt:lpstr>
      <vt:lpstr>مقدمة </vt:lpstr>
      <vt:lpstr>الموارد البشرية  </vt:lpstr>
      <vt:lpstr>الموارد البشرية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نيو لاين  للخدمات اللوجيستية   </dc:title>
  <cp:lastModifiedBy>mohamed fathe</cp:lastModifiedBy>
  <cp:revision>31</cp:revision>
  <dcterms:modified xsi:type="dcterms:W3CDTF">2023-08-22T10:30:34Z</dcterms:modified>
</cp:coreProperties>
</file>